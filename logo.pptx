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th-TH"/>
    </a:defPPr>
    <a:lvl1pPr marL="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00"/>
    <a:srgbClr val="66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29" autoAdjust="0"/>
    <p:restoredTop sz="94660"/>
  </p:normalViewPr>
  <p:slideViewPr>
    <p:cSldViewPr snapToGrid="0">
      <p:cViewPr varScale="1">
        <p:scale>
          <a:sx n="78" d="100"/>
          <a:sy n="78" d="100"/>
        </p:scale>
        <p:origin x="3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สไลด์ชื่อเรื่อ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  <a:endParaRPr lang="th-TH"/>
          </a:p>
        </p:txBody>
      </p:sp>
      <p:sp>
        <p:nvSpPr>
          <p:cNvPr id="3" name="ชื่อเรื่องรอง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h-TH"/>
              <a:t>คลิกเพื่อแก้ไขสไตล์ชื่อเรื่องรองต้นแบบ</a:t>
            </a:r>
            <a:endParaRPr lang="th-TH"/>
          </a:p>
        </p:txBody>
      </p:sp>
      <p:sp>
        <p:nvSpPr>
          <p:cNvPr id="4" name="ตัวแทนวันที่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1218F-4861-4C61-AD0D-099068A8D70E}" type="datetimeFigureOut">
              <a:rPr lang="th-TH" smtClean="0"/>
              <a:t>12/02/60</a:t>
            </a:fld>
            <a:endParaRPr lang="th-TH"/>
          </a:p>
        </p:txBody>
      </p:sp>
      <p:sp>
        <p:nvSpPr>
          <p:cNvPr id="5" name="ตัวแทนท้ายกระดา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ตัวแทนหมายเลขสไลด์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6323D-8074-4C89-8EB8-D73A4850566E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8535954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ชื่อเรื่องและเนื้อห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  <a:endParaRPr lang="th-TH"/>
          </a:p>
        </p:txBody>
      </p:sp>
      <p:sp>
        <p:nvSpPr>
          <p:cNvPr id="3" name="ตัวแทนเนื้อหา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h-TH"/>
              <a:t>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th-TH"/>
          </a:p>
        </p:txBody>
      </p:sp>
      <p:sp>
        <p:nvSpPr>
          <p:cNvPr id="4" name="ตัวแทนวันที่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1218F-4861-4C61-AD0D-099068A8D70E}" type="datetimeFigureOut">
              <a:rPr lang="th-TH" smtClean="0"/>
              <a:t>12/02/60</a:t>
            </a:fld>
            <a:endParaRPr lang="th-TH"/>
          </a:p>
        </p:txBody>
      </p:sp>
      <p:sp>
        <p:nvSpPr>
          <p:cNvPr id="5" name="ตัวแทนท้ายกระดา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ตัวแทนหมายเลขสไลด์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6323D-8074-4C89-8EB8-D73A4850566E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337866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ส่วนหัวของส่ว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  <a:endParaRPr lang="th-TH"/>
          </a:p>
        </p:txBody>
      </p:sp>
      <p:sp>
        <p:nvSpPr>
          <p:cNvPr id="3" name="ตัวแทนข้อความ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h-TH"/>
              <a:t>แก้ไขสไตล์ของข้อความต้นแบบ</a:t>
            </a:r>
          </a:p>
        </p:txBody>
      </p:sp>
      <p:sp>
        <p:nvSpPr>
          <p:cNvPr id="4" name="ตัวแทนวันที่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1218F-4861-4C61-AD0D-099068A8D70E}" type="datetimeFigureOut">
              <a:rPr lang="th-TH" smtClean="0"/>
              <a:t>12/02/60</a:t>
            </a:fld>
            <a:endParaRPr lang="th-TH"/>
          </a:p>
        </p:txBody>
      </p:sp>
      <p:sp>
        <p:nvSpPr>
          <p:cNvPr id="5" name="ตัวแทนท้ายกระดา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ตัวแทนหมายเลขสไลด์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6323D-8074-4C89-8EB8-D73A4850566E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820863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เนื้อหา 2 ส่ว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  <a:endParaRPr lang="th-TH"/>
          </a:p>
        </p:txBody>
      </p:sp>
      <p:sp>
        <p:nvSpPr>
          <p:cNvPr id="3" name="ตัวแทนเนื้อหา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h-TH"/>
              <a:t>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th-TH"/>
          </a:p>
        </p:txBody>
      </p:sp>
      <p:sp>
        <p:nvSpPr>
          <p:cNvPr id="4" name="ตัวแทนเนื้อหา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h-TH"/>
              <a:t>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th-TH"/>
          </a:p>
        </p:txBody>
      </p:sp>
      <p:sp>
        <p:nvSpPr>
          <p:cNvPr id="5" name="ตัวแทนวันที่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1218F-4861-4C61-AD0D-099068A8D70E}" type="datetimeFigureOut">
              <a:rPr lang="th-TH" smtClean="0"/>
              <a:t>12/02/60</a:t>
            </a:fld>
            <a:endParaRPr lang="th-TH"/>
          </a:p>
        </p:txBody>
      </p:sp>
      <p:sp>
        <p:nvSpPr>
          <p:cNvPr id="6" name="ตัวแทนท้ายกระดา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ตัวแทนหมายเลขสไลด์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6323D-8074-4C89-8EB8-D73A4850566E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0749539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การเปรียบเทีย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  <a:endParaRPr lang="th-TH"/>
          </a:p>
        </p:txBody>
      </p:sp>
      <p:sp>
        <p:nvSpPr>
          <p:cNvPr id="3" name="ตัวแทนข้อความ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h-TH"/>
              <a:t>แก้ไขสไตล์ของข้อความต้นแบบ</a:t>
            </a:r>
          </a:p>
        </p:txBody>
      </p:sp>
      <p:sp>
        <p:nvSpPr>
          <p:cNvPr id="4" name="ตัวแทนเนื้อหา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h-TH"/>
              <a:t>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th-TH"/>
          </a:p>
        </p:txBody>
      </p:sp>
      <p:sp>
        <p:nvSpPr>
          <p:cNvPr id="5" name="ตัวแทนข้อความ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h-TH"/>
              <a:t>แก้ไขสไตล์ของข้อความต้นแบบ</a:t>
            </a:r>
          </a:p>
        </p:txBody>
      </p:sp>
      <p:sp>
        <p:nvSpPr>
          <p:cNvPr id="6" name="ตัวแทนเนื้อหา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h-TH"/>
              <a:t>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th-TH"/>
          </a:p>
        </p:txBody>
      </p:sp>
      <p:sp>
        <p:nvSpPr>
          <p:cNvPr id="7" name="ตัวแทนวันที่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1218F-4861-4C61-AD0D-099068A8D70E}" type="datetimeFigureOut">
              <a:rPr lang="th-TH" smtClean="0"/>
              <a:t>12/02/60</a:t>
            </a:fld>
            <a:endParaRPr lang="th-TH"/>
          </a:p>
        </p:txBody>
      </p:sp>
      <p:sp>
        <p:nvSpPr>
          <p:cNvPr id="8" name="ตัวแทนท้ายกระดา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9" name="ตัวแทนหมายเลขสไลด์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6323D-8074-4C89-8EB8-D73A4850566E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3255888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เฉพาะชื่อเรื่อ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  <a:endParaRPr lang="th-TH"/>
          </a:p>
        </p:txBody>
      </p:sp>
      <p:sp>
        <p:nvSpPr>
          <p:cNvPr id="3" name="ตัวแทนวันที่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1218F-4861-4C61-AD0D-099068A8D70E}" type="datetimeFigureOut">
              <a:rPr lang="th-TH" smtClean="0"/>
              <a:t>12/02/60</a:t>
            </a:fld>
            <a:endParaRPr lang="th-TH"/>
          </a:p>
        </p:txBody>
      </p:sp>
      <p:sp>
        <p:nvSpPr>
          <p:cNvPr id="4" name="ตัวแทนท้ายกระดา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5" name="ตัวแทนหมายเลขสไลด์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6323D-8074-4C89-8EB8-D73A4850566E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0914165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ว่างเปล่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วันที่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1218F-4861-4C61-AD0D-099068A8D70E}" type="datetimeFigureOut">
              <a:rPr lang="th-TH" smtClean="0"/>
              <a:t>12/02/60</a:t>
            </a:fld>
            <a:endParaRPr lang="th-TH"/>
          </a:p>
        </p:txBody>
      </p:sp>
      <p:sp>
        <p:nvSpPr>
          <p:cNvPr id="3" name="ตัวแทนท้ายกระดา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ตัวแทนหมายเลขสไลด์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6323D-8074-4C89-8EB8-D73A4850566E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709505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เนื้อหาพร้อมคำอธิบายภา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  <a:endParaRPr lang="th-TH"/>
          </a:p>
        </p:txBody>
      </p:sp>
      <p:sp>
        <p:nvSpPr>
          <p:cNvPr id="3" name="ตัวแทนเนื้อหา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h-TH"/>
              <a:t>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th-TH"/>
          </a:p>
        </p:txBody>
      </p:sp>
      <p:sp>
        <p:nvSpPr>
          <p:cNvPr id="4" name="ตัวแทนข้อความ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h-TH"/>
              <a:t>แก้ไขสไตล์ของข้อความต้นแบบ</a:t>
            </a:r>
          </a:p>
        </p:txBody>
      </p:sp>
      <p:sp>
        <p:nvSpPr>
          <p:cNvPr id="5" name="ตัวแทนวันที่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1218F-4861-4C61-AD0D-099068A8D70E}" type="datetimeFigureOut">
              <a:rPr lang="th-TH" smtClean="0"/>
              <a:t>12/02/60</a:t>
            </a:fld>
            <a:endParaRPr lang="th-TH"/>
          </a:p>
        </p:txBody>
      </p:sp>
      <p:sp>
        <p:nvSpPr>
          <p:cNvPr id="6" name="ตัวแทนท้ายกระดา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ตัวแทนหมายเลขสไลด์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6323D-8074-4C89-8EB8-D73A4850566E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4142464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รูปภาพพร้อมคำอธิบายภา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  <a:endParaRPr lang="th-TH"/>
          </a:p>
        </p:txBody>
      </p:sp>
      <p:sp>
        <p:nvSpPr>
          <p:cNvPr id="3" name="ตัวแทนรูปภาพ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h-TH"/>
          </a:p>
        </p:txBody>
      </p:sp>
      <p:sp>
        <p:nvSpPr>
          <p:cNvPr id="4" name="ตัวแทนข้อความ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h-TH"/>
              <a:t>แก้ไขสไตล์ของข้อความต้นแบบ</a:t>
            </a:r>
          </a:p>
        </p:txBody>
      </p:sp>
      <p:sp>
        <p:nvSpPr>
          <p:cNvPr id="5" name="ตัวแทนวันที่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1218F-4861-4C61-AD0D-099068A8D70E}" type="datetimeFigureOut">
              <a:rPr lang="th-TH" smtClean="0"/>
              <a:t>12/02/60</a:t>
            </a:fld>
            <a:endParaRPr lang="th-TH"/>
          </a:p>
        </p:txBody>
      </p:sp>
      <p:sp>
        <p:nvSpPr>
          <p:cNvPr id="6" name="ตัวแทนท้ายกระดา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ตัวแทนหมายเลขสไลด์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6323D-8074-4C89-8EB8-D73A4850566E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8678363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ชื่อเรื่องและข้อความแนวตั้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  <a:endParaRPr lang="th-TH"/>
          </a:p>
        </p:txBody>
      </p:sp>
      <p:sp>
        <p:nvSpPr>
          <p:cNvPr id="3" name="ตัวแทนข้อความแนวตั้ง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h-TH"/>
              <a:t>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th-TH"/>
          </a:p>
        </p:txBody>
      </p:sp>
      <p:sp>
        <p:nvSpPr>
          <p:cNvPr id="4" name="ตัวแทนวันที่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1218F-4861-4C61-AD0D-099068A8D70E}" type="datetimeFigureOut">
              <a:rPr lang="th-TH" smtClean="0"/>
              <a:t>12/02/60</a:t>
            </a:fld>
            <a:endParaRPr lang="th-TH"/>
          </a:p>
        </p:txBody>
      </p:sp>
      <p:sp>
        <p:nvSpPr>
          <p:cNvPr id="5" name="ตัวแทนท้ายกระดา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ตัวแทนหมายเลขสไลด์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6323D-8074-4C89-8EB8-D73A4850566E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1627639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ข้อความและชื่อเรื่องแนวตั้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แนวตั้ง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h-TH"/>
              <a:t>คลิกเพื่อแก้ไขสไตล์ชื่อเรื่องต้นแบบ</a:t>
            </a:r>
            <a:endParaRPr lang="th-TH"/>
          </a:p>
        </p:txBody>
      </p:sp>
      <p:sp>
        <p:nvSpPr>
          <p:cNvPr id="3" name="ตัวแทนข้อความแนวตั้ง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h-TH"/>
              <a:t>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th-TH"/>
          </a:p>
        </p:txBody>
      </p:sp>
      <p:sp>
        <p:nvSpPr>
          <p:cNvPr id="4" name="ตัวแทนวันที่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1218F-4861-4C61-AD0D-099068A8D70E}" type="datetimeFigureOut">
              <a:rPr lang="th-TH" smtClean="0"/>
              <a:t>12/02/60</a:t>
            </a:fld>
            <a:endParaRPr lang="th-TH"/>
          </a:p>
        </p:txBody>
      </p:sp>
      <p:sp>
        <p:nvSpPr>
          <p:cNvPr id="5" name="ตัวแทนท้ายกระดา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ตัวแทนหมายเลขสไลด์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6323D-8074-4C89-8EB8-D73A4850566E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1677041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ชื่อเรื่อง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h-TH"/>
              <a:t>คลิกเพื่อแก้ไขสไตล์ชื่อเรื่องต้นแบบ</a:t>
            </a:r>
            <a:endParaRPr lang="th-TH"/>
          </a:p>
        </p:txBody>
      </p:sp>
      <p:sp>
        <p:nvSpPr>
          <p:cNvPr id="3" name="ตัวแทนข้อความ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h-TH"/>
              <a:t>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th-TH"/>
          </a:p>
        </p:txBody>
      </p:sp>
      <p:sp>
        <p:nvSpPr>
          <p:cNvPr id="4" name="ตัวแทนวันที่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71218F-4861-4C61-AD0D-099068A8D70E}" type="datetimeFigureOut">
              <a:rPr lang="th-TH" smtClean="0"/>
              <a:t>12/02/60</a:t>
            </a:fld>
            <a:endParaRPr lang="th-TH"/>
          </a:p>
        </p:txBody>
      </p:sp>
      <p:sp>
        <p:nvSpPr>
          <p:cNvPr id="5" name="ตัวแทนท้ายกระดา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h-TH"/>
          </a:p>
        </p:txBody>
      </p:sp>
      <p:sp>
        <p:nvSpPr>
          <p:cNvPr id="6" name="ตัวแทนหมายเลขสไลด์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86323D-8074-4C89-8EB8-D73A4850566E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597049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: มุมมน 3"/>
          <p:cNvSpPr/>
          <p:nvPr/>
        </p:nvSpPr>
        <p:spPr>
          <a:xfrm>
            <a:off x="2634915" y="0"/>
            <a:ext cx="6858000" cy="6858000"/>
          </a:xfrm>
          <a:prstGeom prst="roundRect">
            <a:avLst>
              <a:gd name="adj" fmla="val 12523"/>
            </a:avLst>
          </a:prstGeom>
          <a:solidFill>
            <a:srgbClr val="00330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dirty="0"/>
          </a:p>
        </p:txBody>
      </p:sp>
      <p:sp>
        <p:nvSpPr>
          <p:cNvPr id="5" name="สี่เหลี่ยมผืนผ้า 4"/>
          <p:cNvSpPr/>
          <p:nvPr/>
        </p:nvSpPr>
        <p:spPr>
          <a:xfrm>
            <a:off x="2701324" y="1543868"/>
            <a:ext cx="6789359" cy="377026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3900" b="0" cap="none" spc="0" dirty="0">
                <a:ln w="0">
                  <a:noFill/>
                </a:ln>
                <a:solidFill>
                  <a:schemeClr val="bg1"/>
                </a:solidFill>
              </a:rPr>
              <a:t>BRC</a:t>
            </a:r>
            <a:r>
              <a:rPr lang="en-US" sz="23900" b="0" cap="none" spc="0" dirty="0">
                <a:ln w="0">
                  <a:noFill/>
                </a:ln>
                <a:solidFill>
                  <a:schemeClr val="accent6">
                    <a:lumMod val="50000"/>
                  </a:schemeClr>
                </a:solidFill>
              </a:rPr>
              <a:t>B</a:t>
            </a:r>
            <a:endParaRPr lang="th-TH" sz="23900" b="0" cap="none" spc="0" dirty="0">
              <a:ln w="0">
                <a:noFill/>
              </a:ln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6" name="สี่เหลี่ยมผืนผ้า 5"/>
          <p:cNvSpPr/>
          <p:nvPr/>
        </p:nvSpPr>
        <p:spPr>
          <a:xfrm>
            <a:off x="2897050" y="5456971"/>
            <a:ext cx="6397905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th-TH" sz="4000" b="0" cap="none" spc="0" dirty="0">
                <a:ln w="0">
                  <a:noFill/>
                </a:ln>
                <a:solidFill>
                  <a:schemeClr val="accent6">
                    <a:lumMod val="50000"/>
                  </a:schemeClr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ออมทรัพย์เพื่อการผลิตบ้านไร่</a:t>
            </a:r>
          </a:p>
        </p:txBody>
      </p:sp>
    </p:spTree>
    <p:extLst>
      <p:ext uri="{BB962C8B-B14F-4D97-AF65-F5344CB8AC3E}">
        <p14:creationId xmlns:p14="http://schemas.microsoft.com/office/powerpoint/2010/main" val="745208240"/>
      </p:ext>
    </p:extLst>
  </p:cSld>
  <p:clrMapOvr>
    <a:masterClrMapping/>
  </p:clrMapOvr>
</p:sld>
</file>

<file path=ppt/theme/theme1.xml><?xml version="1.0" encoding="utf-8"?>
<a:theme xmlns:a="http://schemas.openxmlformats.org/drawingml/2006/main" name="ธีมของ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8</Words>
  <Application>Microsoft Office PowerPoint</Application>
  <PresentationFormat>แบบจอกว้าง</PresentationFormat>
  <Paragraphs>2</Paragraphs>
  <Slides>1</Slides>
  <Notes>0</Notes>
  <HiddenSlides>0</HiddenSlides>
  <MMClips>0</MMClips>
  <ScaleCrop>false</ScaleCrop>
  <HeadingPairs>
    <vt:vector size="6" baseType="variant">
      <vt:variant>
        <vt:lpstr>ฟอนต์ที่ถูกใช้</vt:lpstr>
      </vt:variant>
      <vt:variant>
        <vt:i4>6</vt:i4>
      </vt:variant>
      <vt:variant>
        <vt:lpstr>ธีม</vt:lpstr>
      </vt:variant>
      <vt:variant>
        <vt:i4>1</vt:i4>
      </vt:variant>
      <vt:variant>
        <vt:lpstr>ชื่อเรื่องสไลด์</vt:lpstr>
      </vt:variant>
      <vt:variant>
        <vt:i4>1</vt:i4>
      </vt:variant>
    </vt:vector>
  </HeadingPairs>
  <TitlesOfParts>
    <vt:vector size="8" baseType="lpstr">
      <vt:lpstr>Angsana New</vt:lpstr>
      <vt:lpstr>Arial</vt:lpstr>
      <vt:lpstr>Calibri</vt:lpstr>
      <vt:lpstr>Calibri Light</vt:lpstr>
      <vt:lpstr>Cordia New</vt:lpstr>
      <vt:lpstr>Prompt</vt:lpstr>
      <vt:lpstr>ธีมของ Office</vt:lpstr>
      <vt:lpstr>งานนำเสนอ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งานนำเสนอ PowerPoint</dc:title>
  <dc:creator>นฤเทพ พรหมเทศน์</dc:creator>
  <cp:lastModifiedBy>นฤเทพ พรหมเทศน์</cp:lastModifiedBy>
  <cp:revision>1</cp:revision>
  <dcterms:created xsi:type="dcterms:W3CDTF">2017-02-12T08:53:40Z</dcterms:created>
  <dcterms:modified xsi:type="dcterms:W3CDTF">2017-02-12T08:56:41Z</dcterms:modified>
</cp:coreProperties>
</file>