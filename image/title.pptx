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7" r:id="rId1"/>
  </p:sldMasterIdLst>
  <p:sldIdLst>
    <p:sldId id="256" r:id="rId2"/>
  </p:sldIdLst>
  <p:sldSz cx="18000663" cy="1800225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58" d="100"/>
          <a:sy n="58" d="100"/>
        </p:scale>
        <p:origin x="126" y="1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223"/>
            <a:ext cx="18000663" cy="1802448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25083" y="631190"/>
            <a:ext cx="11467355" cy="432154"/>
          </a:xfrm>
        </p:spPr>
        <p:txBody>
          <a:bodyPr anchor="b">
            <a:noAutofit/>
          </a:bodyPr>
          <a:lstStyle>
            <a:lvl1pPr algn="r">
              <a:defRPr sz="1418">
                <a:solidFill>
                  <a:schemeClr val="accent1"/>
                </a:solidFill>
              </a:defRPr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25083" y="1063344"/>
            <a:ext cx="11467355" cy="287936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1200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400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3600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480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600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720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8401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960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h-TH" smtClean="0"/>
              <a:t>คลิกเพื่อแก้ไขสไตล์ชื่อเรื่องรองต้นแบบ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A9024-1F72-4026-ABEA-719267287C8E}" type="datetimeFigureOut">
              <a:rPr lang="th-TH" smtClean="0"/>
              <a:t>25/06/58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86110-D54F-4655-93C5-5D92FFCFF89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18300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A9024-1F72-4026-ABEA-719267287C8E}" type="datetimeFigureOut">
              <a:rPr lang="th-TH" smtClean="0"/>
              <a:t>25/06/58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86110-D54F-4655-93C5-5D92FFCFF89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38373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039" y="708977"/>
            <a:ext cx="12692399" cy="479478"/>
          </a:xfrm>
        </p:spPr>
        <p:txBody>
          <a:bodyPr anchor="b"/>
          <a:lstStyle>
            <a:lvl1pPr algn="l">
              <a:defRPr sz="1050" b="0" cap="none"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0039" y="1188455"/>
            <a:ext cx="12692399" cy="225855"/>
          </a:xfrm>
        </p:spPr>
        <p:txBody>
          <a:bodyPr anchor="t"/>
          <a:lstStyle>
            <a:lvl1pPr marL="0" indent="0" algn="l">
              <a:buNone/>
              <a:defRPr sz="52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120015" indent="0">
              <a:buNone/>
              <a:defRPr sz="472">
                <a:solidFill>
                  <a:schemeClr val="tx1">
                    <a:tint val="75000"/>
                  </a:schemeClr>
                </a:solidFill>
              </a:defRPr>
            </a:lvl2pPr>
            <a:lvl3pPr marL="24003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3pPr>
            <a:lvl4pPr marL="360045" indent="0">
              <a:buNone/>
              <a:defRPr sz="368">
                <a:solidFill>
                  <a:schemeClr val="tx1">
                    <a:tint val="75000"/>
                  </a:schemeClr>
                </a:solidFill>
              </a:defRPr>
            </a:lvl4pPr>
            <a:lvl5pPr marL="480060" indent="0">
              <a:buNone/>
              <a:defRPr sz="368">
                <a:solidFill>
                  <a:schemeClr val="tx1">
                    <a:tint val="75000"/>
                  </a:schemeClr>
                </a:solidFill>
              </a:defRPr>
            </a:lvl5pPr>
            <a:lvl6pPr marL="600075" indent="0">
              <a:buNone/>
              <a:defRPr sz="368">
                <a:solidFill>
                  <a:schemeClr val="tx1">
                    <a:tint val="75000"/>
                  </a:schemeClr>
                </a:solidFill>
              </a:defRPr>
            </a:lvl6pPr>
            <a:lvl7pPr marL="720090" indent="0">
              <a:buNone/>
              <a:defRPr sz="368">
                <a:solidFill>
                  <a:schemeClr val="tx1">
                    <a:tint val="75000"/>
                  </a:schemeClr>
                </a:solidFill>
              </a:defRPr>
            </a:lvl7pPr>
            <a:lvl8pPr marL="840105" indent="0">
              <a:buNone/>
              <a:defRPr sz="368">
                <a:solidFill>
                  <a:schemeClr val="tx1">
                    <a:tint val="75000"/>
                  </a:schemeClr>
                </a:solidFill>
              </a:defRPr>
            </a:lvl8pPr>
            <a:lvl9pPr marL="960120" indent="0">
              <a:buNone/>
              <a:defRPr sz="36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A9024-1F72-4026-ABEA-719267287C8E}" type="datetimeFigureOut">
              <a:rPr lang="th-TH" smtClean="0"/>
              <a:t>25/06/58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86110-D54F-4655-93C5-5D92FFCFF89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78555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0038" y="567154"/>
            <a:ext cx="6177445" cy="1018703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14996" y="567155"/>
            <a:ext cx="6177443" cy="1018703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A9024-1F72-4026-ABEA-719267287C8E}" type="datetimeFigureOut">
              <a:rPr lang="th-TH" smtClean="0"/>
              <a:t>25/06/58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86110-D54F-4655-93C5-5D92FFCFF89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07232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7693" y="567258"/>
            <a:ext cx="6179789" cy="151269"/>
          </a:xfrm>
        </p:spPr>
        <p:txBody>
          <a:bodyPr anchor="b">
            <a:noAutofit/>
          </a:bodyPr>
          <a:lstStyle>
            <a:lvl1pPr marL="0" indent="0">
              <a:buNone/>
              <a:defRPr sz="630" b="0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7693" y="718527"/>
            <a:ext cx="6179789" cy="867331"/>
          </a:xfrm>
        </p:spPr>
        <p:txBody>
          <a:bodyPr>
            <a:normAutofit/>
          </a:bodyPr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12653" y="567258"/>
            <a:ext cx="6179782" cy="151269"/>
          </a:xfrm>
        </p:spPr>
        <p:txBody>
          <a:bodyPr anchor="b">
            <a:noAutofit/>
          </a:bodyPr>
          <a:lstStyle>
            <a:lvl1pPr marL="0" indent="0">
              <a:buNone/>
              <a:defRPr sz="630" b="0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512656" y="718527"/>
            <a:ext cx="6179780" cy="867331"/>
          </a:xfrm>
        </p:spPr>
        <p:txBody>
          <a:bodyPr>
            <a:normAutofit/>
          </a:bodyPr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A9024-1F72-4026-ABEA-719267287C8E}" type="datetimeFigureOut">
              <a:rPr lang="th-TH" smtClean="0"/>
              <a:t>25/06/58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86110-D54F-4655-93C5-5D92FFCFF89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42196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038" y="160020"/>
            <a:ext cx="12692399" cy="346710"/>
          </a:xfrm>
        </p:spPr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A9024-1F72-4026-ABEA-719267287C8E}" type="datetimeFigureOut">
              <a:rPr lang="th-TH" smtClean="0"/>
              <a:t>25/06/58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86110-D54F-4655-93C5-5D92FFCFF89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39638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A9024-1F72-4026-ABEA-719267287C8E}" type="datetimeFigureOut">
              <a:rPr lang="th-TH" smtClean="0"/>
              <a:t>25/06/58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86110-D54F-4655-93C5-5D92FFCFF89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8002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038" y="393384"/>
            <a:ext cx="5690950" cy="335597"/>
          </a:xfrm>
        </p:spPr>
        <p:txBody>
          <a:bodyPr anchor="b">
            <a:normAutofit/>
          </a:bodyPr>
          <a:lstStyle>
            <a:lvl1pPr>
              <a:defRPr sz="525"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28499" y="135168"/>
            <a:ext cx="6663938" cy="1450690"/>
          </a:xfrm>
        </p:spPr>
        <p:txBody>
          <a:bodyPr>
            <a:normAutofit/>
          </a:bodyPr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0038" y="728981"/>
            <a:ext cx="5690950" cy="678418"/>
          </a:xfrm>
        </p:spPr>
        <p:txBody>
          <a:bodyPr>
            <a:normAutofit/>
          </a:bodyPr>
          <a:lstStyle>
            <a:lvl1pPr marL="0" indent="0">
              <a:buNone/>
              <a:defRPr sz="368"/>
            </a:lvl1pPr>
            <a:lvl2pPr marL="119979" indent="0">
              <a:buNone/>
              <a:defRPr sz="368"/>
            </a:lvl2pPr>
            <a:lvl3pPr marL="239958" indent="0">
              <a:buNone/>
              <a:defRPr sz="315"/>
            </a:lvl3pPr>
            <a:lvl4pPr marL="359937" indent="0">
              <a:buNone/>
              <a:defRPr sz="263"/>
            </a:lvl4pPr>
            <a:lvl5pPr marL="479916" indent="0">
              <a:buNone/>
              <a:defRPr sz="263"/>
            </a:lvl5pPr>
            <a:lvl6pPr marL="599895" indent="0">
              <a:buNone/>
              <a:defRPr sz="263"/>
            </a:lvl6pPr>
            <a:lvl7pPr marL="719874" indent="0">
              <a:buNone/>
              <a:defRPr sz="263"/>
            </a:lvl7pPr>
            <a:lvl8pPr marL="839853" indent="0">
              <a:buNone/>
              <a:defRPr sz="263"/>
            </a:lvl8pPr>
            <a:lvl9pPr marL="959832" indent="0">
              <a:buNone/>
              <a:defRPr sz="263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A9024-1F72-4026-ABEA-719267287C8E}" type="datetimeFigureOut">
              <a:rPr lang="th-TH" smtClean="0"/>
              <a:t>25/06/58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86110-D54F-4655-93C5-5D92FFCFF89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4859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039" y="1260157"/>
            <a:ext cx="12692397" cy="148769"/>
          </a:xfrm>
        </p:spPr>
        <p:txBody>
          <a:bodyPr anchor="b">
            <a:normAutofit/>
          </a:bodyPr>
          <a:lstStyle>
            <a:lvl1pPr algn="l">
              <a:defRPr sz="630" b="0"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00038" y="160020"/>
            <a:ext cx="12692399" cy="1009501"/>
          </a:xfrm>
        </p:spPr>
        <p:txBody>
          <a:bodyPr anchor="t">
            <a:normAutofit/>
          </a:bodyPr>
          <a:lstStyle>
            <a:lvl1pPr marL="0" indent="0" algn="ctr">
              <a:buNone/>
              <a:defRPr sz="420"/>
            </a:lvl1pPr>
            <a:lvl2pPr marL="120015" indent="0">
              <a:buNone/>
              <a:defRPr sz="420"/>
            </a:lvl2pPr>
            <a:lvl3pPr marL="240030" indent="0">
              <a:buNone/>
              <a:defRPr sz="420"/>
            </a:lvl3pPr>
            <a:lvl4pPr marL="360045" indent="0">
              <a:buNone/>
              <a:defRPr sz="420"/>
            </a:lvl4pPr>
            <a:lvl5pPr marL="480060" indent="0">
              <a:buNone/>
              <a:defRPr sz="420"/>
            </a:lvl5pPr>
            <a:lvl6pPr marL="600075" indent="0">
              <a:buNone/>
              <a:defRPr sz="420"/>
            </a:lvl6pPr>
            <a:lvl7pPr marL="720090" indent="0">
              <a:buNone/>
              <a:defRPr sz="420"/>
            </a:lvl7pPr>
            <a:lvl8pPr marL="840105" indent="0">
              <a:buNone/>
              <a:defRPr sz="420"/>
            </a:lvl8pPr>
            <a:lvl9pPr marL="960120" indent="0">
              <a:buNone/>
              <a:defRPr sz="420"/>
            </a:lvl9pPr>
          </a:lstStyle>
          <a:p>
            <a:r>
              <a:rPr lang="th-TH" smtClean="0"/>
              <a:t>คลิกไอคอนเพื่อเพิ่มรูปภาพ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0039" y="1408926"/>
            <a:ext cx="12692397" cy="176931"/>
          </a:xfrm>
        </p:spPr>
        <p:txBody>
          <a:bodyPr>
            <a:normAutofit/>
          </a:bodyPr>
          <a:lstStyle>
            <a:lvl1pPr marL="0" indent="0">
              <a:buNone/>
              <a:defRPr sz="315"/>
            </a:lvl1pPr>
            <a:lvl2pPr marL="120015" indent="0">
              <a:buNone/>
              <a:defRPr sz="315"/>
            </a:lvl2pPr>
            <a:lvl3pPr marL="240030" indent="0">
              <a:buNone/>
              <a:defRPr sz="263"/>
            </a:lvl3pPr>
            <a:lvl4pPr marL="360045" indent="0">
              <a:buNone/>
              <a:defRPr sz="236"/>
            </a:lvl4pPr>
            <a:lvl5pPr marL="480060" indent="0">
              <a:buNone/>
              <a:defRPr sz="236"/>
            </a:lvl5pPr>
            <a:lvl6pPr marL="600075" indent="0">
              <a:buNone/>
              <a:defRPr sz="236"/>
            </a:lvl6pPr>
            <a:lvl7pPr marL="720090" indent="0">
              <a:buNone/>
              <a:defRPr sz="236"/>
            </a:lvl7pPr>
            <a:lvl8pPr marL="840105" indent="0">
              <a:buNone/>
              <a:defRPr sz="236"/>
            </a:lvl8pPr>
            <a:lvl9pPr marL="960120" indent="0">
              <a:buNone/>
              <a:defRPr sz="236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86110-D54F-4655-93C5-5D92FFCFF890}" type="slidenum">
              <a:rPr lang="th-TH" smtClean="0"/>
              <a:t>‹#›</a:t>
            </a:fld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A9024-1F72-4026-ABEA-719267287C8E}" type="datetimeFigureOut">
              <a:rPr lang="th-TH" smtClean="0"/>
              <a:t>25/06/58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04054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ชื่อและคำอธิบา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039" y="160020"/>
            <a:ext cx="12692399" cy="893445"/>
          </a:xfrm>
        </p:spPr>
        <p:txBody>
          <a:bodyPr anchor="ctr">
            <a:normAutofit/>
          </a:bodyPr>
          <a:lstStyle>
            <a:lvl1pPr algn="l">
              <a:defRPr sz="1155" b="0" cap="none"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0039" y="1173480"/>
            <a:ext cx="12692399" cy="412378"/>
          </a:xfrm>
        </p:spPr>
        <p:txBody>
          <a:bodyPr anchor="ctr">
            <a:normAutofit/>
          </a:bodyPr>
          <a:lstStyle>
            <a:lvl1pPr marL="0" indent="0" algn="l">
              <a:buNone/>
              <a:defRPr sz="472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120015" indent="0">
              <a:buNone/>
              <a:defRPr sz="472">
                <a:solidFill>
                  <a:schemeClr val="tx1">
                    <a:tint val="75000"/>
                  </a:schemeClr>
                </a:solidFill>
              </a:defRPr>
            </a:lvl2pPr>
            <a:lvl3pPr marL="24003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3pPr>
            <a:lvl4pPr marL="360045" indent="0">
              <a:buNone/>
              <a:defRPr sz="368">
                <a:solidFill>
                  <a:schemeClr val="tx1">
                    <a:tint val="75000"/>
                  </a:schemeClr>
                </a:solidFill>
              </a:defRPr>
            </a:lvl4pPr>
            <a:lvl5pPr marL="480060" indent="0">
              <a:buNone/>
              <a:defRPr sz="368">
                <a:solidFill>
                  <a:schemeClr val="tx1">
                    <a:tint val="75000"/>
                  </a:schemeClr>
                </a:solidFill>
              </a:defRPr>
            </a:lvl5pPr>
            <a:lvl6pPr marL="600075" indent="0">
              <a:buNone/>
              <a:defRPr sz="368">
                <a:solidFill>
                  <a:schemeClr val="tx1">
                    <a:tint val="75000"/>
                  </a:schemeClr>
                </a:solidFill>
              </a:defRPr>
            </a:lvl6pPr>
            <a:lvl7pPr marL="720090" indent="0">
              <a:buNone/>
              <a:defRPr sz="368">
                <a:solidFill>
                  <a:schemeClr val="tx1">
                    <a:tint val="75000"/>
                  </a:schemeClr>
                </a:solidFill>
              </a:defRPr>
            </a:lvl7pPr>
            <a:lvl8pPr marL="840105" indent="0">
              <a:buNone/>
              <a:defRPr sz="368">
                <a:solidFill>
                  <a:schemeClr val="tx1">
                    <a:tint val="75000"/>
                  </a:schemeClr>
                </a:solidFill>
              </a:defRPr>
            </a:lvl8pPr>
            <a:lvl9pPr marL="960120" indent="0">
              <a:buNone/>
              <a:defRPr sz="36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A9024-1F72-4026-ABEA-719267287C8E}" type="datetimeFigureOut">
              <a:rPr lang="th-TH" smtClean="0"/>
              <a:t>25/06/58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86110-D54F-4655-93C5-5D92FFCFF89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84506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คำอ้างอิงพร้อมคำอธิบา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5052" y="160020"/>
            <a:ext cx="11950441" cy="793433"/>
          </a:xfrm>
        </p:spPr>
        <p:txBody>
          <a:bodyPr anchor="ctr">
            <a:normAutofit/>
          </a:bodyPr>
          <a:lstStyle>
            <a:lvl1pPr algn="l">
              <a:defRPr sz="1155" b="0" cap="none"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017012" y="953452"/>
            <a:ext cx="10666521" cy="100013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42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120015" indent="0">
              <a:buFontTx/>
              <a:buNone/>
              <a:defRPr/>
            </a:lvl2pPr>
            <a:lvl3pPr marL="240030" indent="0">
              <a:buFontTx/>
              <a:buNone/>
              <a:defRPr/>
            </a:lvl3pPr>
            <a:lvl4pPr marL="360045" indent="0">
              <a:buFontTx/>
              <a:buNone/>
              <a:defRPr/>
            </a:lvl4pPr>
            <a:lvl5pPr marL="480060" indent="0">
              <a:buFontTx/>
              <a:buNone/>
              <a:defRPr/>
            </a:lvl5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0039" y="1173480"/>
            <a:ext cx="12692399" cy="412378"/>
          </a:xfrm>
        </p:spPr>
        <p:txBody>
          <a:bodyPr anchor="ctr">
            <a:normAutofit/>
          </a:bodyPr>
          <a:lstStyle>
            <a:lvl1pPr marL="0" indent="0" algn="l">
              <a:buNone/>
              <a:defRPr sz="472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120015" indent="0">
              <a:buNone/>
              <a:defRPr sz="472">
                <a:solidFill>
                  <a:schemeClr val="tx1">
                    <a:tint val="75000"/>
                  </a:schemeClr>
                </a:solidFill>
              </a:defRPr>
            </a:lvl2pPr>
            <a:lvl3pPr marL="24003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3pPr>
            <a:lvl4pPr marL="360045" indent="0">
              <a:buNone/>
              <a:defRPr sz="368">
                <a:solidFill>
                  <a:schemeClr val="tx1">
                    <a:tint val="75000"/>
                  </a:schemeClr>
                </a:solidFill>
              </a:defRPr>
            </a:lvl4pPr>
            <a:lvl5pPr marL="480060" indent="0">
              <a:buNone/>
              <a:defRPr sz="368">
                <a:solidFill>
                  <a:schemeClr val="tx1">
                    <a:tint val="75000"/>
                  </a:schemeClr>
                </a:solidFill>
              </a:defRPr>
            </a:lvl5pPr>
            <a:lvl6pPr marL="600075" indent="0">
              <a:buNone/>
              <a:defRPr sz="368">
                <a:solidFill>
                  <a:schemeClr val="tx1">
                    <a:tint val="75000"/>
                  </a:schemeClr>
                </a:solidFill>
              </a:defRPr>
            </a:lvl6pPr>
            <a:lvl7pPr marL="720090" indent="0">
              <a:buNone/>
              <a:defRPr sz="368">
                <a:solidFill>
                  <a:schemeClr val="tx1">
                    <a:tint val="75000"/>
                  </a:schemeClr>
                </a:solidFill>
              </a:defRPr>
            </a:lvl7pPr>
            <a:lvl8pPr marL="840105" indent="0">
              <a:buNone/>
              <a:defRPr sz="368">
                <a:solidFill>
                  <a:schemeClr val="tx1">
                    <a:tint val="75000"/>
                  </a:schemeClr>
                </a:solidFill>
              </a:defRPr>
            </a:lvl8pPr>
            <a:lvl9pPr marL="960120" indent="0">
              <a:buNone/>
              <a:defRPr sz="36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A9024-1F72-4026-ABEA-719267287C8E}" type="datetimeFigureOut">
              <a:rPr lang="th-TH" smtClean="0"/>
              <a:t>25/06/58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86110-D54F-4655-93C5-5D92FFCFF890}" type="slidenum">
              <a:rPr lang="th-TH" smtClean="0"/>
              <a:t>‹#›</a:t>
            </a:fld>
            <a:endParaRPr lang="th-TH"/>
          </a:p>
        </p:txBody>
      </p:sp>
      <p:sp>
        <p:nvSpPr>
          <p:cNvPr id="24" name="TextBox 23"/>
          <p:cNvSpPr txBox="1"/>
          <p:nvPr/>
        </p:nvSpPr>
        <p:spPr>
          <a:xfrm>
            <a:off x="800034" y="207474"/>
            <a:ext cx="900033" cy="153504"/>
          </a:xfrm>
          <a:prstGeom prst="rect">
            <a:avLst/>
          </a:prstGeom>
        </p:spPr>
        <p:txBody>
          <a:bodyPr vert="horz" lIns="24003" tIns="12002" rIns="24003" bIns="12002" rtlCol="0" anchor="ctr">
            <a:noAutofit/>
          </a:bodyPr>
          <a:lstStyle/>
          <a:p>
            <a:pPr lvl="0"/>
            <a:r>
              <a:rPr lang="en-US" sz="21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129929" y="757721"/>
            <a:ext cx="900033" cy="153504"/>
          </a:xfrm>
          <a:prstGeom prst="rect">
            <a:avLst/>
          </a:prstGeom>
        </p:spPr>
        <p:txBody>
          <a:bodyPr vert="horz" lIns="24003" tIns="12002" rIns="24003" bIns="12002" rtlCol="0" anchor="ctr">
            <a:noAutofit/>
          </a:bodyPr>
          <a:lstStyle/>
          <a:p>
            <a:pPr lvl="0"/>
            <a:r>
              <a:rPr lang="en-US" sz="21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674301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นามบัตร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039" y="507147"/>
            <a:ext cx="12692399" cy="681308"/>
          </a:xfrm>
        </p:spPr>
        <p:txBody>
          <a:bodyPr anchor="b">
            <a:normAutofit/>
          </a:bodyPr>
          <a:lstStyle>
            <a:lvl1pPr algn="l">
              <a:defRPr sz="1155" b="0" cap="none"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0039" y="1188455"/>
            <a:ext cx="12692399" cy="397402"/>
          </a:xfrm>
        </p:spPr>
        <p:txBody>
          <a:bodyPr anchor="t">
            <a:normAutofit/>
          </a:bodyPr>
          <a:lstStyle>
            <a:lvl1pPr marL="0" indent="0" algn="l">
              <a:buNone/>
              <a:defRPr sz="472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120015" indent="0">
              <a:buNone/>
              <a:defRPr sz="472">
                <a:solidFill>
                  <a:schemeClr val="tx1">
                    <a:tint val="75000"/>
                  </a:schemeClr>
                </a:solidFill>
              </a:defRPr>
            </a:lvl2pPr>
            <a:lvl3pPr marL="24003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3pPr>
            <a:lvl4pPr marL="360045" indent="0">
              <a:buNone/>
              <a:defRPr sz="368">
                <a:solidFill>
                  <a:schemeClr val="tx1">
                    <a:tint val="75000"/>
                  </a:schemeClr>
                </a:solidFill>
              </a:defRPr>
            </a:lvl4pPr>
            <a:lvl5pPr marL="480060" indent="0">
              <a:buNone/>
              <a:defRPr sz="368">
                <a:solidFill>
                  <a:schemeClr val="tx1">
                    <a:tint val="75000"/>
                  </a:schemeClr>
                </a:solidFill>
              </a:defRPr>
            </a:lvl5pPr>
            <a:lvl6pPr marL="600075" indent="0">
              <a:buNone/>
              <a:defRPr sz="368">
                <a:solidFill>
                  <a:schemeClr val="tx1">
                    <a:tint val="75000"/>
                  </a:schemeClr>
                </a:solidFill>
              </a:defRPr>
            </a:lvl6pPr>
            <a:lvl7pPr marL="720090" indent="0">
              <a:buNone/>
              <a:defRPr sz="368">
                <a:solidFill>
                  <a:schemeClr val="tx1">
                    <a:tint val="75000"/>
                  </a:schemeClr>
                </a:solidFill>
              </a:defRPr>
            </a:lvl7pPr>
            <a:lvl8pPr marL="840105" indent="0">
              <a:buNone/>
              <a:defRPr sz="368">
                <a:solidFill>
                  <a:schemeClr val="tx1">
                    <a:tint val="75000"/>
                  </a:schemeClr>
                </a:solidFill>
              </a:defRPr>
            </a:lvl8pPr>
            <a:lvl9pPr marL="960120" indent="0">
              <a:buNone/>
              <a:defRPr sz="36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A9024-1F72-4026-ABEA-719267287C8E}" type="datetimeFigureOut">
              <a:rPr lang="th-TH" smtClean="0"/>
              <a:t>25/06/58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86110-D54F-4655-93C5-5D92FFCFF89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545140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นามบัตรอ้างอิ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5052" y="160020"/>
            <a:ext cx="11950441" cy="793433"/>
          </a:xfrm>
        </p:spPr>
        <p:txBody>
          <a:bodyPr anchor="ctr">
            <a:normAutofit/>
          </a:bodyPr>
          <a:lstStyle>
            <a:lvl1pPr algn="l">
              <a:defRPr sz="1155" b="0" cap="none"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00036" y="1053465"/>
            <a:ext cx="12692400" cy="13499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6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120015" indent="0">
              <a:buFontTx/>
              <a:buNone/>
              <a:defRPr/>
            </a:lvl2pPr>
            <a:lvl3pPr marL="240030" indent="0">
              <a:buFontTx/>
              <a:buNone/>
              <a:defRPr/>
            </a:lvl3pPr>
            <a:lvl4pPr marL="360045" indent="0">
              <a:buFontTx/>
              <a:buNone/>
              <a:defRPr/>
            </a:lvl4pPr>
            <a:lvl5pPr marL="480060" indent="0">
              <a:buFontTx/>
              <a:buNone/>
              <a:defRPr/>
            </a:lvl5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0039" y="1188455"/>
            <a:ext cx="12692399" cy="397402"/>
          </a:xfrm>
        </p:spPr>
        <p:txBody>
          <a:bodyPr anchor="t">
            <a:normAutofit/>
          </a:bodyPr>
          <a:lstStyle>
            <a:lvl1pPr marL="0" indent="0" algn="l">
              <a:buNone/>
              <a:defRPr sz="472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120015" indent="0">
              <a:buNone/>
              <a:defRPr sz="472">
                <a:solidFill>
                  <a:schemeClr val="tx1">
                    <a:tint val="75000"/>
                  </a:schemeClr>
                </a:solidFill>
              </a:defRPr>
            </a:lvl2pPr>
            <a:lvl3pPr marL="24003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3pPr>
            <a:lvl4pPr marL="360045" indent="0">
              <a:buNone/>
              <a:defRPr sz="368">
                <a:solidFill>
                  <a:schemeClr val="tx1">
                    <a:tint val="75000"/>
                  </a:schemeClr>
                </a:solidFill>
              </a:defRPr>
            </a:lvl4pPr>
            <a:lvl5pPr marL="480060" indent="0">
              <a:buNone/>
              <a:defRPr sz="368">
                <a:solidFill>
                  <a:schemeClr val="tx1">
                    <a:tint val="75000"/>
                  </a:schemeClr>
                </a:solidFill>
              </a:defRPr>
            </a:lvl5pPr>
            <a:lvl6pPr marL="600075" indent="0">
              <a:buNone/>
              <a:defRPr sz="368">
                <a:solidFill>
                  <a:schemeClr val="tx1">
                    <a:tint val="75000"/>
                  </a:schemeClr>
                </a:solidFill>
              </a:defRPr>
            </a:lvl6pPr>
            <a:lvl7pPr marL="720090" indent="0">
              <a:buNone/>
              <a:defRPr sz="368">
                <a:solidFill>
                  <a:schemeClr val="tx1">
                    <a:tint val="75000"/>
                  </a:schemeClr>
                </a:solidFill>
              </a:defRPr>
            </a:lvl7pPr>
            <a:lvl8pPr marL="840105" indent="0">
              <a:buNone/>
              <a:defRPr sz="368">
                <a:solidFill>
                  <a:schemeClr val="tx1">
                    <a:tint val="75000"/>
                  </a:schemeClr>
                </a:solidFill>
              </a:defRPr>
            </a:lvl8pPr>
            <a:lvl9pPr marL="960120" indent="0">
              <a:buNone/>
              <a:defRPr sz="36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A9024-1F72-4026-ABEA-719267287C8E}" type="datetimeFigureOut">
              <a:rPr lang="th-TH" smtClean="0"/>
              <a:t>25/06/58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86110-D54F-4655-93C5-5D92FFCFF890}" type="slidenum">
              <a:rPr lang="th-TH" smtClean="0"/>
              <a:t>‹#›</a:t>
            </a:fld>
            <a:endParaRPr lang="th-TH"/>
          </a:p>
        </p:txBody>
      </p:sp>
      <p:sp>
        <p:nvSpPr>
          <p:cNvPr id="24" name="TextBox 23"/>
          <p:cNvSpPr txBox="1"/>
          <p:nvPr/>
        </p:nvSpPr>
        <p:spPr>
          <a:xfrm>
            <a:off x="800034" y="207474"/>
            <a:ext cx="900033" cy="153504"/>
          </a:xfrm>
          <a:prstGeom prst="rect">
            <a:avLst/>
          </a:prstGeom>
        </p:spPr>
        <p:txBody>
          <a:bodyPr vert="horz" lIns="24003" tIns="12002" rIns="24003" bIns="12002" rtlCol="0" anchor="ctr">
            <a:noAutofit/>
          </a:bodyPr>
          <a:lstStyle/>
          <a:p>
            <a:pPr lvl="0"/>
            <a:r>
              <a:rPr lang="en-US" sz="21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129929" y="757721"/>
            <a:ext cx="900033" cy="153504"/>
          </a:xfrm>
          <a:prstGeom prst="rect">
            <a:avLst/>
          </a:prstGeom>
        </p:spPr>
        <p:txBody>
          <a:bodyPr vert="horz" lIns="24003" tIns="12002" rIns="24003" bIns="12002" rtlCol="0" anchor="ctr">
            <a:noAutofit/>
          </a:bodyPr>
          <a:lstStyle/>
          <a:p>
            <a:pPr lvl="0"/>
            <a:r>
              <a:rPr lang="en-US" sz="21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252197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จริง หรือ เท็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2536" y="160020"/>
            <a:ext cx="12679901" cy="793433"/>
          </a:xfrm>
        </p:spPr>
        <p:txBody>
          <a:bodyPr anchor="ctr">
            <a:normAutofit/>
          </a:bodyPr>
          <a:lstStyle>
            <a:lvl1pPr algn="l">
              <a:defRPr sz="1155" b="0" cap="none"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00036" y="1053465"/>
            <a:ext cx="12692400" cy="13499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630">
                <a:solidFill>
                  <a:schemeClr val="accent1"/>
                </a:solidFill>
              </a:defRPr>
            </a:lvl1pPr>
            <a:lvl2pPr marL="120015" indent="0">
              <a:buFontTx/>
              <a:buNone/>
              <a:defRPr/>
            </a:lvl2pPr>
            <a:lvl3pPr marL="240030" indent="0">
              <a:buFontTx/>
              <a:buNone/>
              <a:defRPr/>
            </a:lvl3pPr>
            <a:lvl4pPr marL="360045" indent="0">
              <a:buFontTx/>
              <a:buNone/>
              <a:defRPr/>
            </a:lvl4pPr>
            <a:lvl5pPr marL="480060" indent="0">
              <a:buFontTx/>
              <a:buNone/>
              <a:defRPr/>
            </a:lvl5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0039" y="1188455"/>
            <a:ext cx="12692399" cy="397402"/>
          </a:xfrm>
        </p:spPr>
        <p:txBody>
          <a:bodyPr anchor="t">
            <a:normAutofit/>
          </a:bodyPr>
          <a:lstStyle>
            <a:lvl1pPr marL="0" indent="0" algn="l">
              <a:buNone/>
              <a:defRPr sz="472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120015" indent="0">
              <a:buNone/>
              <a:defRPr sz="472">
                <a:solidFill>
                  <a:schemeClr val="tx1">
                    <a:tint val="75000"/>
                  </a:schemeClr>
                </a:solidFill>
              </a:defRPr>
            </a:lvl2pPr>
            <a:lvl3pPr marL="24003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3pPr>
            <a:lvl4pPr marL="360045" indent="0">
              <a:buNone/>
              <a:defRPr sz="368">
                <a:solidFill>
                  <a:schemeClr val="tx1">
                    <a:tint val="75000"/>
                  </a:schemeClr>
                </a:solidFill>
              </a:defRPr>
            </a:lvl4pPr>
            <a:lvl5pPr marL="480060" indent="0">
              <a:buNone/>
              <a:defRPr sz="368">
                <a:solidFill>
                  <a:schemeClr val="tx1">
                    <a:tint val="75000"/>
                  </a:schemeClr>
                </a:solidFill>
              </a:defRPr>
            </a:lvl5pPr>
            <a:lvl6pPr marL="600075" indent="0">
              <a:buNone/>
              <a:defRPr sz="368">
                <a:solidFill>
                  <a:schemeClr val="tx1">
                    <a:tint val="75000"/>
                  </a:schemeClr>
                </a:solidFill>
              </a:defRPr>
            </a:lvl6pPr>
            <a:lvl7pPr marL="720090" indent="0">
              <a:buNone/>
              <a:defRPr sz="368">
                <a:solidFill>
                  <a:schemeClr val="tx1">
                    <a:tint val="75000"/>
                  </a:schemeClr>
                </a:solidFill>
              </a:defRPr>
            </a:lvl7pPr>
            <a:lvl8pPr marL="840105" indent="0">
              <a:buNone/>
              <a:defRPr sz="368">
                <a:solidFill>
                  <a:schemeClr val="tx1">
                    <a:tint val="75000"/>
                  </a:schemeClr>
                </a:solidFill>
              </a:defRPr>
            </a:lvl8pPr>
            <a:lvl9pPr marL="960120" indent="0">
              <a:buNone/>
              <a:defRPr sz="36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A9024-1F72-4026-ABEA-719267287C8E}" type="datetimeFigureOut">
              <a:rPr lang="th-TH" smtClean="0"/>
              <a:t>25/06/58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86110-D54F-4655-93C5-5D92FFCFF89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32548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A9024-1F72-4026-ABEA-719267287C8E}" type="datetimeFigureOut">
              <a:rPr lang="th-TH" smtClean="0"/>
              <a:t>25/06/58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86110-D54F-4655-93C5-5D92FFCFF89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251605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63731" y="160020"/>
            <a:ext cx="1926365" cy="1378506"/>
          </a:xfrm>
        </p:spPr>
        <p:txBody>
          <a:bodyPr vert="eaVert" anchor="ctr"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0039" y="160020"/>
            <a:ext cx="10423834" cy="1378506"/>
          </a:xfrm>
        </p:spPr>
        <p:txBody>
          <a:bodyPr vert="eaVert"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A9024-1F72-4026-ABEA-719267287C8E}" type="datetimeFigureOut">
              <a:rPr lang="th-TH" smtClean="0"/>
              <a:t>25/06/58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86110-D54F-4655-93C5-5D92FFCFF89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044205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2223"/>
            <a:ext cx="18000663" cy="1802448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0038" y="160020"/>
            <a:ext cx="12692399" cy="3467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0038" y="567155"/>
            <a:ext cx="12692399" cy="10187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37892" y="1585858"/>
            <a:ext cx="1346416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6A9024-1F72-4026-ABEA-719267287C8E}" type="datetimeFigureOut">
              <a:rPr lang="th-TH" smtClean="0"/>
              <a:t>25/06/58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0038" y="1585858"/>
            <a:ext cx="9297998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683533" y="1585858"/>
            <a:ext cx="1008904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6">
                <a:solidFill>
                  <a:schemeClr val="accent1"/>
                </a:solidFill>
              </a:defRPr>
            </a:lvl1pPr>
          </a:lstStyle>
          <a:p>
            <a:fld id="{9D986110-D54F-4655-93C5-5D92FFCFF89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08139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  <p:sldLayoutId id="2147483989" r:id="rId12"/>
    <p:sldLayoutId id="2147483990" r:id="rId13"/>
    <p:sldLayoutId id="2147483991" r:id="rId14"/>
    <p:sldLayoutId id="2147483992" r:id="rId15"/>
    <p:sldLayoutId id="2147483993" r:id="rId16"/>
  </p:sldLayoutIdLst>
  <p:txStyles>
    <p:titleStyle>
      <a:lvl1pPr algn="l" defTabSz="120015" rtl="0" eaLnBrk="1" latinLnBrk="0" hangingPunct="1">
        <a:spcBef>
          <a:spcPct val="0"/>
        </a:spcBef>
        <a:buNone/>
        <a:defRPr sz="945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90011" indent="-90011" algn="l" defTabSz="120015" rtl="0" eaLnBrk="1" latinLnBrk="0" hangingPunct="1">
        <a:spcBef>
          <a:spcPts val="263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47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95024" indent="-75009" algn="l" defTabSz="120015" rtl="0" eaLnBrk="1" latinLnBrk="0" hangingPunct="1">
        <a:spcBef>
          <a:spcPts val="263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4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300038" indent="-60008" algn="l" defTabSz="120015" rtl="0" eaLnBrk="1" latinLnBrk="0" hangingPunct="1">
        <a:spcBef>
          <a:spcPts val="263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368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420053" indent="-60008" algn="l" defTabSz="120015" rtl="0" eaLnBrk="1" latinLnBrk="0" hangingPunct="1">
        <a:spcBef>
          <a:spcPts val="263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3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540068" indent="-60008" algn="l" defTabSz="120015" rtl="0" eaLnBrk="1" latinLnBrk="0" hangingPunct="1">
        <a:spcBef>
          <a:spcPts val="263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3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660083" indent="-60008" algn="l" defTabSz="120015" rtl="0" eaLnBrk="1" latinLnBrk="0" hangingPunct="1">
        <a:spcBef>
          <a:spcPts val="263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3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780098" indent="-60008" algn="l" defTabSz="120015" rtl="0" eaLnBrk="1" latinLnBrk="0" hangingPunct="1">
        <a:spcBef>
          <a:spcPts val="263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3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900113" indent="-60008" algn="l" defTabSz="120015" rtl="0" eaLnBrk="1" latinLnBrk="0" hangingPunct="1">
        <a:spcBef>
          <a:spcPts val="263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3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020128" indent="-60008" algn="l" defTabSz="120015" rtl="0" eaLnBrk="1" latinLnBrk="0" hangingPunct="1">
        <a:spcBef>
          <a:spcPts val="263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3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0015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1pPr>
      <a:lvl2pPr marL="120015" algn="l" defTabSz="120015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algn="l" defTabSz="120015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3pPr>
      <a:lvl4pPr marL="360045" algn="l" defTabSz="120015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480060" algn="l" defTabSz="120015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00075" algn="l" defTabSz="120015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20090" algn="l" defTabSz="120015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840105" algn="l" defTabSz="120015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960120" algn="l" defTabSz="120015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3329462"/>
      </p:ext>
    </p:extLst>
  </p:cSld>
  <p:clrMapOvr>
    <a:masterClrMapping/>
  </p:clrMapOvr>
</p:sld>
</file>

<file path=ppt/theme/theme1.xml><?xml version="1.0" encoding="utf-8"?>
<a:theme xmlns:a="http://schemas.openxmlformats.org/drawingml/2006/main" name="เหลี่ยมเพชร">
  <a:themeElements>
    <a:clrScheme name="แดง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เหลี่ยมเพชร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เหลี่ยมเพชร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584</TotalTime>
  <Words>0</Words>
  <Application>Microsoft Office PowerPoint</Application>
  <PresentationFormat>กำหนดเอง</PresentationFormat>
  <Paragraphs>0</Paragraphs>
  <Slides>1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5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</vt:i4>
      </vt:variant>
    </vt:vector>
  </HeadingPairs>
  <TitlesOfParts>
    <vt:vector size="7" baseType="lpstr">
      <vt:lpstr>Arial</vt:lpstr>
      <vt:lpstr>Cordia New</vt:lpstr>
      <vt:lpstr>IrisUPC</vt:lpstr>
      <vt:lpstr>Trebuchet MS</vt:lpstr>
      <vt:lpstr>Wingdings 3</vt:lpstr>
      <vt:lpstr>เหลี่ยมเพชร</vt:lpstr>
      <vt:lpstr>งานนำเสนอ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งานนำเสนอ PowerPoint</dc:title>
  <dc:creator>ออส หละปูน</dc:creator>
  <cp:lastModifiedBy>ออส หละปูน</cp:lastModifiedBy>
  <cp:revision>2</cp:revision>
  <dcterms:created xsi:type="dcterms:W3CDTF">2015-06-25T05:59:11Z</dcterms:created>
  <dcterms:modified xsi:type="dcterms:W3CDTF">2015-06-25T15:43:58Z</dcterms:modified>
</cp:coreProperties>
</file>