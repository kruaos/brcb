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th-TH"/>
    </a:defPPr>
    <a:lvl1pPr marL="0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1pPr>
    <a:lvl2pPr marL="172822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2pPr>
    <a:lvl3pPr marL="345643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3pPr>
    <a:lvl4pPr marL="518465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4pPr>
    <a:lvl5pPr marL="691286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5pPr>
    <a:lvl6pPr marL="864108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6pPr>
    <a:lvl7pPr marL="1036930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7pPr>
    <a:lvl8pPr marL="1209751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8pPr>
    <a:lvl9pPr marL="1382573" algn="l" defTabSz="345643" rtl="0" eaLnBrk="1" latinLnBrk="0" hangingPunct="1">
      <a:defRPr sz="105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8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935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385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55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841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5129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286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070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432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579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672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301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0F7A0-DEBF-4F26-B6F4-6306D084DE10}" type="datetimeFigureOut">
              <a:rPr lang="th-TH" smtClean="0"/>
              <a:t>25/06/58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335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มุมมน 3"/>
          <p:cNvSpPr/>
          <p:nvPr/>
        </p:nvSpPr>
        <p:spPr>
          <a:xfrm>
            <a:off x="0" y="0"/>
            <a:ext cx="3600450" cy="3600450"/>
          </a:xfrm>
          <a:prstGeom prst="roundRect">
            <a:avLst>
              <a:gd name="adj" fmla="val 8000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326106" y="230396"/>
            <a:ext cx="2948243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เพิ่ม</a:t>
            </a:r>
            <a:b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</a:br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สมาชิก</a:t>
            </a:r>
            <a:endParaRPr lang="th-TH" sz="9600" b="1" cap="none" spc="0" dirty="0">
              <a:ln w="22225">
                <a:noFill/>
                <a:prstDash val="solid"/>
              </a:ln>
              <a:solidFill>
                <a:schemeClr val="bg1"/>
              </a:solidFill>
              <a:effectLst/>
              <a:latin typeface="EDPenSook" panose="02000000000000000000" pitchFamily="2" charset="-34"/>
              <a:ea typeface="Tahoma" panose="020B0604030504040204" pitchFamily="34" charset="0"/>
              <a:cs typeface="EDPenSook" panose="020000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5868680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</Words>
  <Application>Microsoft Office PowerPoint</Application>
  <PresentationFormat>กำหนดเอง</PresentationFormat>
  <Paragraphs>1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7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9" baseType="lpstr">
      <vt:lpstr>Angsana New</vt:lpstr>
      <vt:lpstr>Arial</vt:lpstr>
      <vt:lpstr>Calibri</vt:lpstr>
      <vt:lpstr>Calibri Light</vt:lpstr>
      <vt:lpstr>Cordia New</vt:lpstr>
      <vt:lpstr>EDPenSook</vt:lpstr>
      <vt:lpstr>Tahoma</vt:lpstr>
      <vt:lpstr>ธีมของ Office</vt:lpstr>
      <vt:lpstr>งานนำเสนอ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ออส หละปูน</dc:creator>
  <cp:lastModifiedBy>ออส หละปูน</cp:lastModifiedBy>
  <cp:revision>1</cp:revision>
  <dcterms:created xsi:type="dcterms:W3CDTF">2015-06-25T05:31:13Z</dcterms:created>
  <dcterms:modified xsi:type="dcterms:W3CDTF">2015-06-25T05:34:56Z</dcterms:modified>
</cp:coreProperties>
</file>