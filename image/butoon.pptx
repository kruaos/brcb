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60045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32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16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589241"/>
            <a:ext cx="3060383" cy="1253490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1891070"/>
            <a:ext cx="2700338" cy="869275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C8032-119F-49D9-81A8-11ECCAE4FC3C}" type="datetimeFigureOut">
              <a:rPr lang="th-TH" smtClean="0"/>
              <a:t>12/03/60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1F57-C32D-4472-95C5-6020F7447E2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39292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C8032-119F-49D9-81A8-11ECCAE4FC3C}" type="datetimeFigureOut">
              <a:rPr lang="th-TH" smtClean="0"/>
              <a:t>12/03/60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1F57-C32D-4472-95C5-6020F7447E2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96526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897613"/>
            <a:ext cx="3105388" cy="1497687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2409469"/>
            <a:ext cx="3105388" cy="787598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/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75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C8032-119F-49D9-81A8-11ECCAE4FC3C}" type="datetimeFigureOut">
              <a:rPr lang="th-TH" smtClean="0"/>
              <a:t>12/03/60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1F57-C32D-4472-95C5-6020F7447E2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82415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958453"/>
            <a:ext cx="1530191" cy="2284452"/>
          </a:xfrm>
        </p:spPr>
        <p:txBody>
          <a:bodyPr/>
          <a:lstStyle/>
          <a:p>
            <a:pPr lvl="0"/>
            <a:r>
              <a:rPr lang="th-TH"/>
              <a:t>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958453"/>
            <a:ext cx="1530191" cy="2284452"/>
          </a:xfrm>
        </p:spPr>
        <p:txBody>
          <a:bodyPr/>
          <a:lstStyle/>
          <a:p>
            <a:pPr lvl="0"/>
            <a:r>
              <a:rPr lang="th-TH"/>
              <a:t>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C8032-119F-49D9-81A8-11ECCAE4FC3C}" type="datetimeFigureOut">
              <a:rPr lang="th-TH" smtClean="0"/>
              <a:t>12/03/60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1F57-C32D-4472-95C5-6020F7447E2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14968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91691"/>
            <a:ext cx="3105388" cy="695921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882610"/>
            <a:ext cx="1523159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th-TH"/>
              <a:t>แก้ไขสไตล์ของข้อความต้นแบบ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1315164"/>
            <a:ext cx="1523159" cy="1934409"/>
          </a:xfrm>
        </p:spPr>
        <p:txBody>
          <a:bodyPr/>
          <a:lstStyle/>
          <a:p>
            <a:pPr lvl="0"/>
            <a:r>
              <a:rPr lang="th-TH"/>
              <a:t>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882610"/>
            <a:ext cx="1530660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th-TH"/>
              <a:t>แก้ไขสไตล์ของข้อความต้นแบบ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1315164"/>
            <a:ext cx="1530660" cy="1934409"/>
          </a:xfrm>
        </p:spPr>
        <p:txBody>
          <a:bodyPr/>
          <a:lstStyle/>
          <a:p>
            <a:pPr lvl="0"/>
            <a:r>
              <a:rPr lang="th-TH"/>
              <a:t>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C8032-119F-49D9-81A8-11ECCAE4FC3C}" type="datetimeFigureOut">
              <a:rPr lang="th-TH" smtClean="0"/>
              <a:t>12/03/60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1F57-C32D-4472-95C5-6020F7447E2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26456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C8032-119F-49D9-81A8-11ECCAE4FC3C}" type="datetimeFigureOut">
              <a:rPr lang="th-TH" smtClean="0"/>
              <a:t>12/03/60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1F57-C32D-4472-95C5-6020F7447E2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59273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C8032-119F-49D9-81A8-11ECCAE4FC3C}" type="datetimeFigureOut">
              <a:rPr lang="th-TH" smtClean="0"/>
              <a:t>12/03/60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1F57-C32D-4472-95C5-6020F7447E2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91837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518399"/>
            <a:ext cx="1822728" cy="2558653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th-TH"/>
              <a:t>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th-TH"/>
              <a:t>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C8032-119F-49D9-81A8-11ECCAE4FC3C}" type="datetimeFigureOut">
              <a:rPr lang="th-TH" smtClean="0"/>
              <a:t>12/03/60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1F57-C32D-4472-95C5-6020F7447E2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06278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518399"/>
            <a:ext cx="1822728" cy="2558653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th-TH"/>
              <a:t>คลิกไอคอนเพื่อเพิ่มรูปภาพ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th-TH"/>
              <a:t>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C8032-119F-49D9-81A8-11ECCAE4FC3C}" type="datetimeFigureOut">
              <a:rPr lang="th-TH" smtClean="0"/>
              <a:t>12/03/60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1F57-C32D-4472-95C5-6020F7447E2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95766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C8032-119F-49D9-81A8-11ECCAE4FC3C}" type="datetimeFigureOut">
              <a:rPr lang="th-TH" smtClean="0"/>
              <a:t>12/03/60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1F57-C32D-4472-95C5-6020F7447E2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96752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191691"/>
            <a:ext cx="776347" cy="3051215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191691"/>
            <a:ext cx="2284035" cy="3051215"/>
          </a:xfrm>
        </p:spPr>
        <p:txBody>
          <a:bodyPr vert="eaVert"/>
          <a:lstStyle/>
          <a:p>
            <a:pPr lvl="0"/>
            <a:r>
              <a:rPr lang="th-TH"/>
              <a:t>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C8032-119F-49D9-81A8-11ECCAE4FC3C}" type="datetimeFigureOut">
              <a:rPr lang="th-TH" smtClean="0"/>
              <a:t>12/03/60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1F57-C32D-4472-95C5-6020F7447E2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94981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191691"/>
            <a:ext cx="3105388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958453"/>
            <a:ext cx="3105388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9C8032-119F-49D9-81A8-11ECCAE4FC3C}" type="datetimeFigureOut">
              <a:rPr lang="th-TH" smtClean="0"/>
              <a:t>12/03/60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3337084"/>
            <a:ext cx="121515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351F57-C32D-4472-95C5-6020F7447E2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64892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รูปภาพ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2" y="-252"/>
            <a:ext cx="3600953" cy="3600953"/>
          </a:xfrm>
          <a:prstGeom prst="rect">
            <a:avLst/>
          </a:prstGeom>
        </p:spPr>
      </p:pic>
      <p:sp>
        <p:nvSpPr>
          <p:cNvPr id="7" name="สี่เหลี่ยมผืนผ้า 6"/>
          <p:cNvSpPr/>
          <p:nvPr/>
        </p:nvSpPr>
        <p:spPr>
          <a:xfrm>
            <a:off x="594680" y="2677120"/>
            <a:ext cx="2555714" cy="673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สี่เหลี่ยมผืนผ้า 5"/>
          <p:cNvSpPr/>
          <p:nvPr/>
        </p:nvSpPr>
        <p:spPr>
          <a:xfrm>
            <a:off x="462361" y="2677120"/>
            <a:ext cx="2675732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h-TH" sz="6000" b="1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ฝาก / ถอน</a:t>
            </a:r>
            <a:endParaRPr lang="th-TH" sz="6000" b="1" cap="none" spc="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38447998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ธีมของ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ธีมของ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ธีมของ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3</Words>
  <Application>Microsoft Office PowerPoint</Application>
  <PresentationFormat>กำหนดเอง</PresentationFormat>
  <Paragraphs>1</Paragraphs>
  <Slides>1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5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</vt:i4>
      </vt:variant>
    </vt:vector>
  </HeadingPairs>
  <TitlesOfParts>
    <vt:vector size="7" baseType="lpstr">
      <vt:lpstr>Angsana New</vt:lpstr>
      <vt:lpstr>Arial</vt:lpstr>
      <vt:lpstr>Calibri</vt:lpstr>
      <vt:lpstr>Calibri Light</vt:lpstr>
      <vt:lpstr>Cordia New</vt:lpstr>
      <vt:lpstr>ธีมของ Office</vt:lpstr>
      <vt:lpstr>งานนำเสนอ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นฤเทพ พรหมเทศน์</dc:creator>
  <cp:lastModifiedBy>นฤเทพ พรหมเทศน์</cp:lastModifiedBy>
  <cp:revision>1</cp:revision>
  <dcterms:created xsi:type="dcterms:W3CDTF">2017-03-12T09:11:40Z</dcterms:created>
  <dcterms:modified xsi:type="dcterms:W3CDTF">2017-03-12T09:14:03Z</dcterms:modified>
</cp:coreProperties>
</file>