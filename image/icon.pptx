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600450" cy="3600450"/>
  <p:notesSz cx="6858000" cy="9144000"/>
  <p:defaultTextStyle>
    <a:defPPr>
      <a:defRPr lang="th-TH"/>
    </a:defPPr>
    <a:lvl1pPr marL="0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1pPr>
    <a:lvl2pPr marL="172764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2pPr>
    <a:lvl3pPr marL="345524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3pPr>
    <a:lvl4pPr marL="518284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4pPr>
    <a:lvl5pPr marL="691047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5pPr>
    <a:lvl6pPr marL="863807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6pPr>
    <a:lvl7pPr marL="1036571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7pPr>
    <a:lvl8pPr marL="1209331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8pPr>
    <a:lvl9pPr marL="1382095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82" autoAdjust="0"/>
    <p:restoredTop sz="94660"/>
  </p:normalViewPr>
  <p:slideViewPr>
    <p:cSldViewPr snapToGrid="0">
      <p:cViewPr>
        <p:scale>
          <a:sx n="50" d="100"/>
          <a:sy n="50" d="100"/>
        </p:scale>
        <p:origin x="-2982" y="-1116"/>
      </p:cViewPr>
      <p:guideLst>
        <p:guide orient="horz" pos="1134"/>
        <p:guide pos="11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7" y="589242"/>
            <a:ext cx="3060383" cy="1253490"/>
          </a:xfrm>
        </p:spPr>
        <p:txBody>
          <a:bodyPr anchor="b"/>
          <a:lstStyle>
            <a:lvl1pPr algn="ctr">
              <a:defRPr sz="2362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69"/>
            <a:ext cx="2700338" cy="869274"/>
          </a:xfrm>
        </p:spPr>
        <p:txBody>
          <a:bodyPr/>
          <a:lstStyle>
            <a:lvl1pPr marL="0" indent="0" algn="ctr">
              <a:buNone/>
              <a:defRPr sz="943"/>
            </a:lvl1pPr>
            <a:lvl2pPr marL="180051" indent="0" algn="ctr">
              <a:buNone/>
              <a:defRPr sz="789"/>
            </a:lvl2pPr>
            <a:lvl3pPr marL="360102" indent="0" algn="ctr">
              <a:buNone/>
              <a:defRPr sz="709"/>
            </a:lvl3pPr>
            <a:lvl4pPr marL="540152" indent="0" algn="ctr">
              <a:buNone/>
              <a:defRPr sz="630"/>
            </a:lvl4pPr>
            <a:lvl5pPr marL="720203" indent="0" algn="ctr">
              <a:buNone/>
              <a:defRPr sz="630"/>
            </a:lvl5pPr>
            <a:lvl6pPr marL="900254" indent="0" algn="ctr">
              <a:buNone/>
              <a:defRPr sz="630"/>
            </a:lvl6pPr>
            <a:lvl7pPr marL="1080305" indent="0" algn="ctr">
              <a:buNone/>
              <a:defRPr sz="630"/>
            </a:lvl7pPr>
            <a:lvl8pPr marL="1260355" indent="0" algn="ctr">
              <a:buNone/>
              <a:defRPr sz="630"/>
            </a:lvl8pPr>
            <a:lvl9pPr marL="1440406" indent="0" algn="ctr">
              <a:buNone/>
              <a:defRPr sz="630"/>
            </a:lvl9pPr>
          </a:lstStyle>
          <a:p>
            <a:r>
              <a:rPr lang="th-TH" smtClean="0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13/03/59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935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13/03/59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7385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9" y="897614"/>
            <a:ext cx="3105389" cy="1497687"/>
          </a:xfrm>
        </p:spPr>
        <p:txBody>
          <a:bodyPr anchor="b"/>
          <a:lstStyle>
            <a:lvl1pPr>
              <a:defRPr sz="2362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9" y="2409470"/>
            <a:ext cx="3105389" cy="787599"/>
          </a:xfrm>
        </p:spPr>
        <p:txBody>
          <a:bodyPr/>
          <a:lstStyle>
            <a:lvl1pPr marL="0" indent="0">
              <a:buNone/>
              <a:defRPr sz="943">
                <a:solidFill>
                  <a:schemeClr val="tx1"/>
                </a:solidFill>
              </a:defRPr>
            </a:lvl1pPr>
            <a:lvl2pPr marL="180051" indent="0">
              <a:buNone/>
              <a:defRPr sz="789">
                <a:solidFill>
                  <a:schemeClr val="tx1">
                    <a:tint val="75000"/>
                  </a:schemeClr>
                </a:solidFill>
              </a:defRPr>
            </a:lvl2pPr>
            <a:lvl3pPr marL="360102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5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20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54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305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55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40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13/03/59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4557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4" y="958454"/>
            <a:ext cx="1530190" cy="2284452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9" y="958454"/>
            <a:ext cx="1530190" cy="2284452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13/03/59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18410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2" y="191695"/>
            <a:ext cx="3105389" cy="695921"/>
          </a:xfrm>
        </p:spPr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1" y="882612"/>
            <a:ext cx="1523159" cy="432554"/>
          </a:xfrm>
        </p:spPr>
        <p:txBody>
          <a:bodyPr anchor="b"/>
          <a:lstStyle>
            <a:lvl1pPr marL="0" indent="0">
              <a:buNone/>
              <a:defRPr sz="943" b="1"/>
            </a:lvl1pPr>
            <a:lvl2pPr marL="180051" indent="0">
              <a:buNone/>
              <a:defRPr sz="789" b="1"/>
            </a:lvl2pPr>
            <a:lvl3pPr marL="360102" indent="0">
              <a:buNone/>
              <a:defRPr sz="709" b="1"/>
            </a:lvl3pPr>
            <a:lvl4pPr marL="540152" indent="0">
              <a:buNone/>
              <a:defRPr sz="630" b="1"/>
            </a:lvl4pPr>
            <a:lvl5pPr marL="720203" indent="0">
              <a:buNone/>
              <a:defRPr sz="630" b="1"/>
            </a:lvl5pPr>
            <a:lvl6pPr marL="900254" indent="0">
              <a:buNone/>
              <a:defRPr sz="630" b="1"/>
            </a:lvl6pPr>
            <a:lvl7pPr marL="1080305" indent="0">
              <a:buNone/>
              <a:defRPr sz="630" b="1"/>
            </a:lvl7pPr>
            <a:lvl8pPr marL="1260355" indent="0">
              <a:buNone/>
              <a:defRPr sz="630" b="1"/>
            </a:lvl8pPr>
            <a:lvl9pPr marL="1440406" indent="0">
              <a:buNone/>
              <a:defRPr sz="63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1" y="1315164"/>
            <a:ext cx="1523159" cy="1934411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2"/>
            <a:ext cx="1530661" cy="432554"/>
          </a:xfrm>
        </p:spPr>
        <p:txBody>
          <a:bodyPr anchor="b"/>
          <a:lstStyle>
            <a:lvl1pPr marL="0" indent="0">
              <a:buNone/>
              <a:defRPr sz="943" b="1"/>
            </a:lvl1pPr>
            <a:lvl2pPr marL="180051" indent="0">
              <a:buNone/>
              <a:defRPr sz="789" b="1"/>
            </a:lvl2pPr>
            <a:lvl3pPr marL="360102" indent="0">
              <a:buNone/>
              <a:defRPr sz="709" b="1"/>
            </a:lvl3pPr>
            <a:lvl4pPr marL="540152" indent="0">
              <a:buNone/>
              <a:defRPr sz="630" b="1"/>
            </a:lvl4pPr>
            <a:lvl5pPr marL="720203" indent="0">
              <a:buNone/>
              <a:defRPr sz="630" b="1"/>
            </a:lvl5pPr>
            <a:lvl6pPr marL="900254" indent="0">
              <a:buNone/>
              <a:defRPr sz="630" b="1"/>
            </a:lvl6pPr>
            <a:lvl7pPr marL="1080305" indent="0">
              <a:buNone/>
              <a:defRPr sz="630" b="1"/>
            </a:lvl7pPr>
            <a:lvl8pPr marL="1260355" indent="0">
              <a:buNone/>
              <a:defRPr sz="630" b="1"/>
            </a:lvl8pPr>
            <a:lvl9pPr marL="1440406" indent="0">
              <a:buNone/>
              <a:defRPr sz="63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1" cy="1934411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13/03/59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35129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13/03/59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2865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13/03/59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0704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1" y="240032"/>
            <a:ext cx="1161238" cy="840107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3" y="518400"/>
            <a:ext cx="1822728" cy="2558654"/>
          </a:xfrm>
        </p:spPr>
        <p:txBody>
          <a:bodyPr/>
          <a:lstStyle>
            <a:lvl1pPr>
              <a:defRPr sz="1260"/>
            </a:lvl1pPr>
            <a:lvl2pPr>
              <a:defRPr sz="1102"/>
            </a:lvl2pPr>
            <a:lvl3pPr>
              <a:defRPr sz="943"/>
            </a:lvl3pPr>
            <a:lvl4pPr>
              <a:defRPr sz="789"/>
            </a:lvl4pPr>
            <a:lvl5pPr>
              <a:defRPr sz="789"/>
            </a:lvl5pPr>
            <a:lvl6pPr>
              <a:defRPr sz="789"/>
            </a:lvl6pPr>
            <a:lvl7pPr>
              <a:defRPr sz="789"/>
            </a:lvl7pPr>
            <a:lvl8pPr>
              <a:defRPr sz="789"/>
            </a:lvl8pPr>
            <a:lvl9pPr>
              <a:defRPr sz="789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1" y="1080134"/>
            <a:ext cx="1161238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51" indent="0">
              <a:buNone/>
              <a:defRPr sz="551"/>
            </a:lvl2pPr>
            <a:lvl3pPr marL="360102" indent="0">
              <a:buNone/>
              <a:defRPr sz="472"/>
            </a:lvl3pPr>
            <a:lvl4pPr marL="540152" indent="0">
              <a:buNone/>
              <a:defRPr sz="392"/>
            </a:lvl4pPr>
            <a:lvl5pPr marL="720203" indent="0">
              <a:buNone/>
              <a:defRPr sz="392"/>
            </a:lvl5pPr>
            <a:lvl6pPr marL="900254" indent="0">
              <a:buNone/>
              <a:defRPr sz="392"/>
            </a:lvl6pPr>
            <a:lvl7pPr marL="1080305" indent="0">
              <a:buNone/>
              <a:defRPr sz="392"/>
            </a:lvl7pPr>
            <a:lvl8pPr marL="1260355" indent="0">
              <a:buNone/>
              <a:defRPr sz="392"/>
            </a:lvl8pPr>
            <a:lvl9pPr marL="1440406" indent="0">
              <a:buNone/>
              <a:defRPr sz="392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13/03/59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4328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1" y="240032"/>
            <a:ext cx="1161238" cy="840107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3" y="518400"/>
            <a:ext cx="1822728" cy="2558654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51" indent="0">
              <a:buNone/>
              <a:defRPr sz="1102"/>
            </a:lvl2pPr>
            <a:lvl3pPr marL="360102" indent="0">
              <a:buNone/>
              <a:defRPr sz="943"/>
            </a:lvl3pPr>
            <a:lvl4pPr marL="540152" indent="0">
              <a:buNone/>
              <a:defRPr sz="789"/>
            </a:lvl4pPr>
            <a:lvl5pPr marL="720203" indent="0">
              <a:buNone/>
              <a:defRPr sz="789"/>
            </a:lvl5pPr>
            <a:lvl6pPr marL="900254" indent="0">
              <a:buNone/>
              <a:defRPr sz="789"/>
            </a:lvl6pPr>
            <a:lvl7pPr marL="1080305" indent="0">
              <a:buNone/>
              <a:defRPr sz="789"/>
            </a:lvl7pPr>
            <a:lvl8pPr marL="1260355" indent="0">
              <a:buNone/>
              <a:defRPr sz="789"/>
            </a:lvl8pPr>
            <a:lvl9pPr marL="1440406" indent="0">
              <a:buNone/>
              <a:defRPr sz="789"/>
            </a:lvl9pPr>
          </a:lstStyle>
          <a:p>
            <a:r>
              <a:rPr lang="th-TH" smtClean="0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1" y="1080134"/>
            <a:ext cx="1161238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51" indent="0">
              <a:buNone/>
              <a:defRPr sz="551"/>
            </a:lvl2pPr>
            <a:lvl3pPr marL="360102" indent="0">
              <a:buNone/>
              <a:defRPr sz="472"/>
            </a:lvl3pPr>
            <a:lvl4pPr marL="540152" indent="0">
              <a:buNone/>
              <a:defRPr sz="392"/>
            </a:lvl4pPr>
            <a:lvl5pPr marL="720203" indent="0">
              <a:buNone/>
              <a:defRPr sz="392"/>
            </a:lvl5pPr>
            <a:lvl6pPr marL="900254" indent="0">
              <a:buNone/>
              <a:defRPr sz="392"/>
            </a:lvl6pPr>
            <a:lvl7pPr marL="1080305" indent="0">
              <a:buNone/>
              <a:defRPr sz="392"/>
            </a:lvl7pPr>
            <a:lvl8pPr marL="1260355" indent="0">
              <a:buNone/>
              <a:defRPr sz="392"/>
            </a:lvl8pPr>
            <a:lvl9pPr marL="1440406" indent="0">
              <a:buNone/>
              <a:defRPr sz="392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13/03/59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8579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13/03/59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672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3" y="191695"/>
            <a:ext cx="776346" cy="3051213"/>
          </a:xfrm>
        </p:spPr>
        <p:txBody>
          <a:bodyPr vert="eaVert"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5" y="191695"/>
            <a:ext cx="2284033" cy="3051213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13/03/59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4301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4" y="191695"/>
            <a:ext cx="3105389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4" y="958454"/>
            <a:ext cx="3105389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3" y="3337087"/>
            <a:ext cx="810102" cy="191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0F7A0-DEBF-4F26-B6F4-6306D084DE10}" type="datetimeFigureOut">
              <a:rPr lang="th-TH" smtClean="0"/>
              <a:t>13/03/59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52" y="3337087"/>
            <a:ext cx="1215153" cy="191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9" y="3337087"/>
            <a:ext cx="810102" cy="191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33352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102" rtl="0" eaLnBrk="1" latinLnBrk="0" hangingPunct="1">
        <a:lnSpc>
          <a:spcPct val="90000"/>
        </a:lnSpc>
        <a:spcBef>
          <a:spcPct val="0"/>
        </a:spcBef>
        <a:buNone/>
        <a:defRPr sz="17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5" indent="-90025" algn="l" defTabSz="360102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1pPr>
      <a:lvl2pPr marL="270076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943" kern="1200">
          <a:solidFill>
            <a:schemeClr val="tx1"/>
          </a:solidFill>
          <a:latin typeface="+mn-lt"/>
          <a:ea typeface="+mn-ea"/>
          <a:cs typeface="+mn-cs"/>
        </a:defRPr>
      </a:lvl2pPr>
      <a:lvl3pPr marL="450127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3pPr>
      <a:lvl4pPr marL="630178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28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79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330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81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432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51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102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52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203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54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305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55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406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มุมมน 3"/>
          <p:cNvSpPr/>
          <p:nvPr/>
        </p:nvSpPr>
        <p:spPr>
          <a:xfrm>
            <a:off x="-1" y="-1"/>
            <a:ext cx="3600452" cy="3600452"/>
          </a:xfrm>
          <a:prstGeom prst="roundRect">
            <a:avLst>
              <a:gd name="adj" fmla="val 8000"/>
            </a:avLst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1" tIns="45719" rIns="91441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th-TH"/>
            </a:defPPr>
            <a:lvl1pPr marL="0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72822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45643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18465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91286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64108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36930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09751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82573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 sz="1057"/>
          </a:p>
        </p:txBody>
      </p:sp>
      <p:pic>
        <p:nvPicPr>
          <p:cNvPr id="1026" name="Picture 2" descr="http://www.br-tsc.com/images/mem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7"/>
          <a:stretch/>
        </p:blipFill>
        <p:spPr bwMode="auto">
          <a:xfrm>
            <a:off x="4769027" y="307475"/>
            <a:ext cx="2781300" cy="2697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ttps://cdn0.iconfinder.com/data/icons/Free-Icons-Shimmer-01-Creative-Freedom/256/folder_ad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34304" y="307475"/>
            <a:ext cx="2438400" cy="243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cdn4.iconfinder.com/data/icons/business-bicolor-2/512/summary-51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7"/>
          <a:stretch/>
        </p:blipFill>
        <p:spPr bwMode="auto">
          <a:xfrm>
            <a:off x="-3145565" y="3536880"/>
            <a:ext cx="2952321" cy="279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cdn0.iconfinder.com/data/icons/ie_Bright/512/fin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464" y="-3012705"/>
            <a:ext cx="2676426" cy="2676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รูปภาพ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20" t="2807" r="19076" b="23119"/>
          <a:stretch/>
        </p:blipFill>
        <p:spPr>
          <a:xfrm>
            <a:off x="954322" y="3784530"/>
            <a:ext cx="2228850" cy="2667000"/>
          </a:xfrm>
          <a:prstGeom prst="rect">
            <a:avLst/>
          </a:prstGeom>
        </p:spPr>
      </p:pic>
      <p:sp>
        <p:nvSpPr>
          <p:cNvPr id="6" name="สี่เหลี่ยมผืนผ้า 5"/>
          <p:cNvSpPr/>
          <p:nvPr/>
        </p:nvSpPr>
        <p:spPr>
          <a:xfrm>
            <a:off x="-3269" y="2613552"/>
            <a:ext cx="3658376" cy="923328"/>
          </a:xfrm>
          <a:prstGeom prst="rect">
            <a:avLst/>
          </a:prstGeom>
          <a:noFill/>
        </p:spPr>
        <p:txBody>
          <a:bodyPr wrap="none" lIns="91441" tIns="45719" rIns="91441" bIns="45719">
            <a:spAutoFit/>
          </a:bodyPr>
          <a:lstStyle>
            <a:defPPr>
              <a:defRPr lang="th-TH"/>
            </a:defPPr>
            <a:lvl1pPr marL="0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22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43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8465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1286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108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36930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9751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82573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5400" b="1" dirty="0" smtClean="0">
                <a:ln w="22225">
                  <a:noFill/>
                  <a:prstDash val="solid"/>
                </a:ln>
                <a:solidFill>
                  <a:srgbClr val="002060"/>
                </a:solidFill>
                <a:latin typeface="EDPenSook" panose="02000000000000000000" pitchFamily="2" charset="-34"/>
                <a:ea typeface="Tahoma" panose="020B0604030504040204" pitchFamily="34" charset="0"/>
                <a:cs typeface="EDPenSook" panose="02000000000000000000" pitchFamily="2" charset="-34"/>
              </a:rPr>
              <a:t>คำนวณดอกเบี้ย</a:t>
            </a:r>
            <a:endParaRPr lang="th-TH" sz="5400" b="1" dirty="0">
              <a:ln w="22225">
                <a:noFill/>
                <a:prstDash val="solid"/>
              </a:ln>
              <a:solidFill>
                <a:srgbClr val="002060"/>
              </a:solidFill>
              <a:latin typeface="EDPenSook" panose="02000000000000000000" pitchFamily="2" charset="-34"/>
              <a:ea typeface="Tahoma" panose="020B0604030504040204" pitchFamily="34" charset="0"/>
              <a:cs typeface="EDPenSook" panose="02000000000000000000" pitchFamily="2" charset="-34"/>
            </a:endParaRPr>
          </a:p>
        </p:txBody>
      </p:sp>
      <p:pic>
        <p:nvPicPr>
          <p:cNvPr id="1030" name="Picture 6" descr="http://www.itrmu.net/mta/images/sar/1405978653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59253" y="40875"/>
            <a:ext cx="2714525" cy="271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reg3.pwa.co.th/web/images/stories/content/gnome-invest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537" y="3353438"/>
            <a:ext cx="2767353" cy="27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http://www.petrokimia-gresik.com/images/chart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34304" y="-3571011"/>
            <a:ext cx="2914940" cy="291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nan2.go.th/dmc/images/icon/5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132" y="-3597319"/>
            <a:ext cx="2438400" cy="243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รูปภาพ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43273" y="3353438"/>
            <a:ext cx="2967622" cy="2367550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11" name="รูปภาพ 1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86868" y="-3044668"/>
            <a:ext cx="2388598" cy="2388598"/>
          </a:xfrm>
          <a:prstGeom prst="rect">
            <a:avLst/>
          </a:prstGeom>
        </p:spPr>
      </p:pic>
      <p:pic>
        <p:nvPicPr>
          <p:cNvPr id="16" name="รูปภาพ 1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501" y="182724"/>
            <a:ext cx="2430828" cy="2430828"/>
          </a:xfrm>
          <a:prstGeom prst="rect">
            <a:avLst/>
          </a:prstGeom>
        </p:spPr>
      </p:pic>
      <p:pic>
        <p:nvPicPr>
          <p:cNvPr id="18" name="Picture 2" descr="http://icons.iconarchive.com/icons/paomedia/small-n-flat/1024/money-icon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401" y="-3284543"/>
            <a:ext cx="2868347" cy="2868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Money Bag icon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348" y="3510054"/>
            <a:ext cx="2438400" cy="243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oney jar icon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38" y="277931"/>
            <a:ext cx="2240411" cy="224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686802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977</TotalTime>
  <Words>2</Words>
  <Application>Microsoft Office PowerPoint</Application>
  <PresentationFormat>กำหนดเอง</PresentationFormat>
  <Paragraphs>1</Paragraphs>
  <Slides>1</Slides>
  <Notes>0</Notes>
  <HiddenSlides>0</HiddenSlides>
  <MMClips>0</MMClips>
  <ScaleCrop>false</ScaleCrop>
  <HeadingPairs>
    <vt:vector size="4" baseType="variant">
      <vt:variant>
        <vt:lpstr>ชุดรูปแบบ</vt:lpstr>
      </vt:variant>
      <vt:variant>
        <vt:i4>1</vt:i4>
      </vt:variant>
      <vt:variant>
        <vt:lpstr>ชื่อเรื่องภาพนิ่ง</vt:lpstr>
      </vt:variant>
      <vt:variant>
        <vt:i4>1</vt:i4>
      </vt:variant>
    </vt:vector>
  </HeadingPairs>
  <TitlesOfParts>
    <vt:vector size="2" baseType="lpstr">
      <vt:lpstr>ธีมของ Office</vt:lpstr>
      <vt:lpstr>งานนำเสนอ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ออส หละปูน</dc:creator>
  <cp:lastModifiedBy>ออส หละปูน</cp:lastModifiedBy>
  <cp:revision>25</cp:revision>
  <dcterms:created xsi:type="dcterms:W3CDTF">2015-06-25T05:31:13Z</dcterms:created>
  <dcterms:modified xsi:type="dcterms:W3CDTF">2016-03-13T11:25:10Z</dcterms:modified>
</cp:coreProperties>
</file>