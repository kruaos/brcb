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00450" cy="3600450"/>
  <p:notesSz cx="6858000" cy="9144000"/>
  <p:defaultTextStyle>
    <a:defPPr>
      <a:defRPr lang="th-TH"/>
    </a:defPPr>
    <a:lvl1pPr marL="0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1pPr>
    <a:lvl2pPr marL="17276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2pPr>
    <a:lvl3pPr marL="34552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3pPr>
    <a:lvl4pPr marL="518284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4pPr>
    <a:lvl5pPr marL="691047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5pPr>
    <a:lvl6pPr marL="863807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6pPr>
    <a:lvl7pPr marL="1036571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7pPr>
    <a:lvl8pPr marL="1209331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8pPr>
    <a:lvl9pPr marL="1382095" algn="l" defTabSz="345524" rtl="0" eaLnBrk="1" latinLnBrk="0" hangingPunct="1">
      <a:defRPr sz="10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66FF33"/>
    <a:srgbClr val="E60000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82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-1698" y="-102"/>
      </p:cViewPr>
      <p:guideLst>
        <p:guide orient="horz" pos="1134"/>
        <p:guide pos="1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7" y="589242"/>
            <a:ext cx="3060383" cy="1253490"/>
          </a:xfrm>
        </p:spPr>
        <p:txBody>
          <a:bodyPr anchor="b"/>
          <a:lstStyle>
            <a:lvl1pPr algn="ctr">
              <a:defRPr sz="2362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69"/>
            <a:ext cx="2700338" cy="869274"/>
          </a:xfrm>
        </p:spPr>
        <p:txBody>
          <a:bodyPr/>
          <a:lstStyle>
            <a:lvl1pPr marL="0" indent="0" algn="ctr">
              <a:buNone/>
              <a:defRPr sz="943"/>
            </a:lvl1pPr>
            <a:lvl2pPr marL="180051" indent="0" algn="ctr">
              <a:buNone/>
              <a:defRPr sz="789"/>
            </a:lvl2pPr>
            <a:lvl3pPr marL="360102" indent="0" algn="ctr">
              <a:buNone/>
              <a:defRPr sz="709"/>
            </a:lvl3pPr>
            <a:lvl4pPr marL="540152" indent="0" algn="ctr">
              <a:buNone/>
              <a:defRPr sz="630"/>
            </a:lvl4pPr>
            <a:lvl5pPr marL="720203" indent="0" algn="ctr">
              <a:buNone/>
              <a:defRPr sz="630"/>
            </a:lvl5pPr>
            <a:lvl6pPr marL="900254" indent="0" algn="ctr">
              <a:buNone/>
              <a:defRPr sz="630"/>
            </a:lvl6pPr>
            <a:lvl7pPr marL="1080305" indent="0" algn="ctr">
              <a:buNone/>
              <a:defRPr sz="630"/>
            </a:lvl7pPr>
            <a:lvl8pPr marL="1260355" indent="0" algn="ctr">
              <a:buNone/>
              <a:defRPr sz="630"/>
            </a:lvl8pPr>
            <a:lvl9pPr marL="1440406" indent="0" algn="ctr">
              <a:buNone/>
              <a:defRPr sz="630"/>
            </a:lvl9pPr>
          </a:lstStyle>
          <a:p>
            <a:r>
              <a:rPr lang="th-TH" smtClean="0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935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385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9" y="897614"/>
            <a:ext cx="3105389" cy="1497687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9" y="2409470"/>
            <a:ext cx="3105389" cy="787599"/>
          </a:xfrm>
        </p:spPr>
        <p:txBody>
          <a:bodyPr/>
          <a:lstStyle>
            <a:lvl1pPr marL="0" indent="0">
              <a:buNone/>
              <a:defRPr sz="943">
                <a:solidFill>
                  <a:schemeClr val="tx1"/>
                </a:solidFill>
              </a:defRPr>
            </a:lvl1pPr>
            <a:lvl2pPr marL="180051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2pPr>
            <a:lvl3pPr marL="360102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5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20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54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30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5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40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55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4" y="958454"/>
            <a:ext cx="1530190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9" y="958454"/>
            <a:ext cx="1530190" cy="2284452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18410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2" y="191695"/>
            <a:ext cx="3105389" cy="695921"/>
          </a:xfrm>
        </p:spPr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1" y="882612"/>
            <a:ext cx="1523159" cy="432554"/>
          </a:xfrm>
        </p:spPr>
        <p:txBody>
          <a:bodyPr anchor="b"/>
          <a:lstStyle>
            <a:lvl1pPr marL="0" indent="0">
              <a:buNone/>
              <a:defRPr sz="943" b="1"/>
            </a:lvl1pPr>
            <a:lvl2pPr marL="180051" indent="0">
              <a:buNone/>
              <a:defRPr sz="789" b="1"/>
            </a:lvl2pPr>
            <a:lvl3pPr marL="360102" indent="0">
              <a:buNone/>
              <a:defRPr sz="709" b="1"/>
            </a:lvl3pPr>
            <a:lvl4pPr marL="540152" indent="0">
              <a:buNone/>
              <a:defRPr sz="630" b="1"/>
            </a:lvl4pPr>
            <a:lvl5pPr marL="720203" indent="0">
              <a:buNone/>
              <a:defRPr sz="630" b="1"/>
            </a:lvl5pPr>
            <a:lvl6pPr marL="900254" indent="0">
              <a:buNone/>
              <a:defRPr sz="630" b="1"/>
            </a:lvl6pPr>
            <a:lvl7pPr marL="1080305" indent="0">
              <a:buNone/>
              <a:defRPr sz="630" b="1"/>
            </a:lvl7pPr>
            <a:lvl8pPr marL="1260355" indent="0">
              <a:buNone/>
              <a:defRPr sz="630" b="1"/>
            </a:lvl8pPr>
            <a:lvl9pPr marL="1440406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1" y="1315164"/>
            <a:ext cx="1523159" cy="1934411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2"/>
            <a:ext cx="1530661" cy="432554"/>
          </a:xfrm>
        </p:spPr>
        <p:txBody>
          <a:bodyPr anchor="b"/>
          <a:lstStyle>
            <a:lvl1pPr marL="0" indent="0">
              <a:buNone/>
              <a:defRPr sz="943" b="1"/>
            </a:lvl1pPr>
            <a:lvl2pPr marL="180051" indent="0">
              <a:buNone/>
              <a:defRPr sz="789" b="1"/>
            </a:lvl2pPr>
            <a:lvl3pPr marL="360102" indent="0">
              <a:buNone/>
              <a:defRPr sz="709" b="1"/>
            </a:lvl3pPr>
            <a:lvl4pPr marL="540152" indent="0">
              <a:buNone/>
              <a:defRPr sz="630" b="1"/>
            </a:lvl4pPr>
            <a:lvl5pPr marL="720203" indent="0">
              <a:buNone/>
              <a:defRPr sz="630" b="1"/>
            </a:lvl5pPr>
            <a:lvl6pPr marL="900254" indent="0">
              <a:buNone/>
              <a:defRPr sz="630" b="1"/>
            </a:lvl6pPr>
            <a:lvl7pPr marL="1080305" indent="0">
              <a:buNone/>
              <a:defRPr sz="630" b="1"/>
            </a:lvl7pPr>
            <a:lvl8pPr marL="1260355" indent="0">
              <a:buNone/>
              <a:defRPr sz="630" b="1"/>
            </a:lvl8pPr>
            <a:lvl9pPr marL="1440406" indent="0">
              <a:buNone/>
              <a:defRPr sz="630" b="1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1" cy="1934411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3512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8286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070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1" y="240032"/>
            <a:ext cx="1161238" cy="84010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3" y="518400"/>
            <a:ext cx="1822728" cy="2558654"/>
          </a:xfrm>
        </p:spPr>
        <p:txBody>
          <a:bodyPr/>
          <a:lstStyle>
            <a:lvl1pPr>
              <a:defRPr sz="1260"/>
            </a:lvl1pPr>
            <a:lvl2pPr>
              <a:defRPr sz="1102"/>
            </a:lvl2pPr>
            <a:lvl3pPr>
              <a:defRPr sz="943"/>
            </a:lvl3pPr>
            <a:lvl4pPr>
              <a:defRPr sz="789"/>
            </a:lvl4pPr>
            <a:lvl5pPr>
              <a:defRPr sz="789"/>
            </a:lvl5pPr>
            <a:lvl6pPr>
              <a:defRPr sz="789"/>
            </a:lvl6pPr>
            <a:lvl7pPr>
              <a:defRPr sz="789"/>
            </a:lvl7pPr>
            <a:lvl8pPr>
              <a:defRPr sz="789"/>
            </a:lvl8pPr>
            <a:lvl9pPr>
              <a:defRPr sz="789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1" y="1080134"/>
            <a:ext cx="1161238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51" indent="0">
              <a:buNone/>
              <a:defRPr sz="551"/>
            </a:lvl2pPr>
            <a:lvl3pPr marL="360102" indent="0">
              <a:buNone/>
              <a:defRPr sz="472"/>
            </a:lvl3pPr>
            <a:lvl4pPr marL="540152" indent="0">
              <a:buNone/>
              <a:defRPr sz="392"/>
            </a:lvl4pPr>
            <a:lvl5pPr marL="720203" indent="0">
              <a:buNone/>
              <a:defRPr sz="392"/>
            </a:lvl5pPr>
            <a:lvl6pPr marL="900254" indent="0">
              <a:buNone/>
              <a:defRPr sz="392"/>
            </a:lvl6pPr>
            <a:lvl7pPr marL="1080305" indent="0">
              <a:buNone/>
              <a:defRPr sz="392"/>
            </a:lvl7pPr>
            <a:lvl8pPr marL="1260355" indent="0">
              <a:buNone/>
              <a:defRPr sz="392"/>
            </a:lvl8pPr>
            <a:lvl9pPr marL="1440406" indent="0">
              <a:buNone/>
              <a:defRPr sz="392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432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1" y="240032"/>
            <a:ext cx="1161238" cy="840107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3" y="518400"/>
            <a:ext cx="1822728" cy="2558654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51" indent="0">
              <a:buNone/>
              <a:defRPr sz="1102"/>
            </a:lvl2pPr>
            <a:lvl3pPr marL="360102" indent="0">
              <a:buNone/>
              <a:defRPr sz="943"/>
            </a:lvl3pPr>
            <a:lvl4pPr marL="540152" indent="0">
              <a:buNone/>
              <a:defRPr sz="789"/>
            </a:lvl4pPr>
            <a:lvl5pPr marL="720203" indent="0">
              <a:buNone/>
              <a:defRPr sz="789"/>
            </a:lvl5pPr>
            <a:lvl6pPr marL="900254" indent="0">
              <a:buNone/>
              <a:defRPr sz="789"/>
            </a:lvl6pPr>
            <a:lvl7pPr marL="1080305" indent="0">
              <a:buNone/>
              <a:defRPr sz="789"/>
            </a:lvl7pPr>
            <a:lvl8pPr marL="1260355" indent="0">
              <a:buNone/>
              <a:defRPr sz="789"/>
            </a:lvl8pPr>
            <a:lvl9pPr marL="1440406" indent="0">
              <a:buNone/>
              <a:defRPr sz="789"/>
            </a:lvl9pPr>
          </a:lstStyle>
          <a:p>
            <a:r>
              <a:rPr lang="th-TH" smtClean="0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1" y="1080134"/>
            <a:ext cx="1161238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51" indent="0">
              <a:buNone/>
              <a:defRPr sz="551"/>
            </a:lvl2pPr>
            <a:lvl3pPr marL="360102" indent="0">
              <a:buNone/>
              <a:defRPr sz="472"/>
            </a:lvl3pPr>
            <a:lvl4pPr marL="540152" indent="0">
              <a:buNone/>
              <a:defRPr sz="392"/>
            </a:lvl4pPr>
            <a:lvl5pPr marL="720203" indent="0">
              <a:buNone/>
              <a:defRPr sz="392"/>
            </a:lvl5pPr>
            <a:lvl6pPr marL="900254" indent="0">
              <a:buNone/>
              <a:defRPr sz="392"/>
            </a:lvl6pPr>
            <a:lvl7pPr marL="1080305" indent="0">
              <a:buNone/>
              <a:defRPr sz="392"/>
            </a:lvl7pPr>
            <a:lvl8pPr marL="1260355" indent="0">
              <a:buNone/>
              <a:defRPr sz="392"/>
            </a:lvl8pPr>
            <a:lvl9pPr marL="1440406" indent="0">
              <a:buNone/>
              <a:defRPr sz="392"/>
            </a:lvl9pPr>
          </a:lstStyle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5797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672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3" y="191695"/>
            <a:ext cx="776346" cy="3051213"/>
          </a:xfrm>
        </p:spPr>
        <p:txBody>
          <a:bodyPr vert="eaVert"/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5" y="191695"/>
            <a:ext cx="2284033" cy="3051213"/>
          </a:xfrm>
        </p:spPr>
        <p:txBody>
          <a:bodyPr vert="eaVert"/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301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4" y="191695"/>
            <a:ext cx="3105389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 smtClean="0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4" y="958454"/>
            <a:ext cx="3105389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 smtClean="0"/>
              <a:t>คลิกเพื่อแก้ไขสไตล์ของข้อความต้นแบบ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3" y="3337087"/>
            <a:ext cx="810102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0F7A0-DEBF-4F26-B6F4-6306D084DE10}" type="datetimeFigureOut">
              <a:rPr lang="th-TH" smtClean="0"/>
              <a:t>27/01/59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52" y="3337087"/>
            <a:ext cx="1215153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9" y="3337087"/>
            <a:ext cx="810102" cy="1916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701DB-63B4-4A99-B4FB-F4F95D00927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335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102" rtl="0" eaLnBrk="1" latinLnBrk="0" hangingPunct="1">
        <a:lnSpc>
          <a:spcPct val="90000"/>
        </a:lnSpc>
        <a:spcBef>
          <a:spcPct val="0"/>
        </a:spcBef>
        <a:buNone/>
        <a:defRPr sz="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5" indent="-90025" algn="l" defTabSz="360102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1pPr>
      <a:lvl2pPr marL="270076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943" kern="1200">
          <a:solidFill>
            <a:schemeClr val="tx1"/>
          </a:solidFill>
          <a:latin typeface="+mn-lt"/>
          <a:ea typeface="+mn-ea"/>
          <a:cs typeface="+mn-cs"/>
        </a:defRPr>
      </a:lvl2pPr>
      <a:lvl3pPr marL="450127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3pPr>
      <a:lvl4pPr marL="630178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28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79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330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81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432" indent="-90025" algn="l" defTabSz="360102" rtl="0" eaLnBrk="1" latinLnBrk="0" hangingPunct="1">
        <a:lnSpc>
          <a:spcPct val="90000"/>
        </a:lnSpc>
        <a:spcBef>
          <a:spcPts val="196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51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102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52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203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54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305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55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406" algn="l" defTabSz="360102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0" y="0"/>
            <a:ext cx="3600450" cy="36004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pSp>
        <p:nvGrpSpPr>
          <p:cNvPr id="3" name="กลุ่ม 2"/>
          <p:cNvGrpSpPr/>
          <p:nvPr/>
        </p:nvGrpSpPr>
        <p:grpSpPr>
          <a:xfrm>
            <a:off x="156702" y="156702"/>
            <a:ext cx="3287046" cy="3287046"/>
            <a:chOff x="93792" y="93792"/>
            <a:chExt cx="3412866" cy="3412866"/>
          </a:xfrm>
        </p:grpSpPr>
        <p:sp>
          <p:nvSpPr>
            <p:cNvPr id="12" name="สี่เหลี่ยมผืนผ้า 11"/>
            <p:cNvSpPr/>
            <p:nvPr/>
          </p:nvSpPr>
          <p:spPr>
            <a:xfrm>
              <a:off x="93792" y="93792"/>
              <a:ext cx="3412866" cy="3412866"/>
            </a:xfrm>
            <a:prstGeom prst="rect">
              <a:avLst/>
            </a:prstGeom>
            <a:solidFill>
              <a:srgbClr val="000000">
                <a:alpha val="1803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" name="สามเหลี่ยมหน้าจั่ว 1"/>
            <p:cNvSpPr/>
            <p:nvPr/>
          </p:nvSpPr>
          <p:spPr>
            <a:xfrm>
              <a:off x="93792" y="93792"/>
              <a:ext cx="3412866" cy="3412866"/>
            </a:xfrm>
            <a:prstGeom prst="triangle">
              <a:avLst>
                <a:gd name="adj" fmla="val 100000"/>
              </a:avLst>
            </a:prstGeom>
            <a:solidFill>
              <a:srgbClr val="000000">
                <a:alpha val="4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6" name="สี่เหลี่ยมผืนผ้า 5"/>
          <p:cNvSpPr/>
          <p:nvPr/>
        </p:nvSpPr>
        <p:spPr>
          <a:xfrm>
            <a:off x="0" y="276732"/>
            <a:ext cx="3600450" cy="3046986"/>
          </a:xfrm>
          <a:prstGeom prst="rect">
            <a:avLst/>
          </a:prstGeom>
          <a:noFill/>
        </p:spPr>
        <p:txBody>
          <a:bodyPr wrap="square" lIns="91441" tIns="45719" rIns="91441" bIns="45719">
            <a:sp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TH KoHo" panose="02000506000000020004" pitchFamily="2" charset="-34"/>
                <a:ea typeface="Tahoma" panose="020B0604030504040204" pitchFamily="34" charset="0"/>
                <a:cs typeface="TH KoHo" panose="02000506000000020004" pitchFamily="2" charset="-34"/>
              </a:rPr>
              <a:t>คำนวณดอกเบี้ย</a:t>
            </a:r>
            <a:endParaRPr lang="th-TH" sz="9600" b="1" dirty="0">
              <a:ln w="22225">
                <a:noFill/>
                <a:prstDash val="solid"/>
              </a:ln>
              <a:solidFill>
                <a:schemeClr val="bg1"/>
              </a:solidFill>
              <a:latin typeface="TH KoHo" panose="02000506000000020004" pitchFamily="2" charset="-34"/>
              <a:ea typeface="Tahoma" panose="020B0604030504040204" pitchFamily="34" charset="0"/>
              <a:cs typeface="TH KoHo" panose="02000506000000020004" pitchFamily="2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5525084" y="276732"/>
            <a:ext cx="2533067" cy="3046986"/>
          </a:xfrm>
          <a:prstGeom prst="rect">
            <a:avLst/>
          </a:prstGeom>
          <a:noFill/>
        </p:spPr>
        <p:txBody>
          <a:bodyPr wrap="none" lIns="91441" tIns="45719" rIns="91441" bIns="45719">
            <a:sp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กรอก</a:t>
            </a:r>
          </a:p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บัญชี</a:t>
            </a:r>
            <a:endParaRPr lang="th-TH" sz="9600" b="1" dirty="0">
              <a:ln w="22225">
                <a:noFill/>
                <a:prstDash val="solid"/>
              </a:ln>
              <a:solidFill>
                <a:schemeClr val="bg1"/>
              </a:solidFill>
              <a:latin typeface="EDPenSook" panose="02000000000000000000" pitchFamily="2" charset="-34"/>
              <a:ea typeface="Tahoma" panose="020B0604030504040204" pitchFamily="34" charset="0"/>
              <a:cs typeface="EDPenSook" panose="02000000000000000000" pitchFamily="2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0" y="4356100"/>
            <a:ext cx="3600450" cy="3600450"/>
          </a:xfrm>
          <a:prstGeom prst="rect">
            <a:avLst/>
          </a:prstGeom>
          <a:gradFill flip="none" rotWithShape="1">
            <a:gsLst>
              <a:gs pos="0">
                <a:srgbClr val="66FF33">
                  <a:shade val="30000"/>
                  <a:satMod val="115000"/>
                </a:srgbClr>
              </a:gs>
              <a:gs pos="50000">
                <a:srgbClr val="66FF33">
                  <a:shade val="67500"/>
                  <a:satMod val="115000"/>
                </a:srgbClr>
              </a:gs>
              <a:gs pos="100000">
                <a:srgbClr val="66FF33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0" y="4632832"/>
            <a:ext cx="3600450" cy="3046986"/>
          </a:xfrm>
          <a:prstGeom prst="rect">
            <a:avLst/>
          </a:prstGeom>
          <a:noFill/>
        </p:spPr>
        <p:txBody>
          <a:bodyPr wrap="square" lIns="91441" tIns="45719" rIns="91441" bIns="45719">
            <a:spAutoFit/>
          </a:bodyPr>
          <a:lstStyle>
            <a:defPPr>
              <a:defRPr lang="th-TH"/>
            </a:defPPr>
            <a:lvl1pPr marL="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2822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564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18465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91286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64108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36930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09751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82573" algn="l" defTabSz="345643" rtl="0" eaLnBrk="1" latinLnBrk="0" hangingPunct="1">
              <a:defRPr sz="10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คิด</a:t>
            </a:r>
          </a:p>
          <a:p>
            <a:pPr algn="ctr"/>
            <a:r>
              <a:rPr lang="th-TH" sz="9600" b="1" dirty="0" smtClean="0">
                <a:ln w="22225">
                  <a:noFill/>
                  <a:prstDash val="solid"/>
                </a:ln>
                <a:solidFill>
                  <a:schemeClr val="bg1"/>
                </a:solidFill>
                <a:latin typeface="EDPenSook" panose="02000000000000000000" pitchFamily="2" charset="-34"/>
                <a:ea typeface="Tahoma" panose="020B0604030504040204" pitchFamily="34" charset="0"/>
                <a:cs typeface="EDPenSook" panose="02000000000000000000" pitchFamily="2" charset="-34"/>
              </a:rPr>
              <a:t>ดอกเบี้ย</a:t>
            </a:r>
            <a:endParaRPr lang="th-TH" sz="9600" b="1" dirty="0">
              <a:ln w="22225">
                <a:noFill/>
                <a:prstDash val="solid"/>
              </a:ln>
              <a:solidFill>
                <a:schemeClr val="bg1"/>
              </a:solidFill>
              <a:latin typeface="EDPenSook" panose="02000000000000000000" pitchFamily="2" charset="-34"/>
              <a:ea typeface="Tahoma" panose="020B0604030504040204" pitchFamily="34" charset="0"/>
              <a:cs typeface="EDPenSook" panose="020000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5868680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995</TotalTime>
  <Words>6</Words>
  <Application>Microsoft Office PowerPoint</Application>
  <PresentationFormat>กำหนดเอง</PresentationFormat>
  <Paragraphs>5</Paragraphs>
  <Slides>1</Slides>
  <Notes>0</Notes>
  <HiddenSlides>0</HiddenSlides>
  <MMClips>0</MMClips>
  <ScaleCrop>false</ScaleCrop>
  <HeadingPairs>
    <vt:vector size="4" baseType="variant">
      <vt:variant>
        <vt:lpstr>ชุดรูปแบบ</vt:lpstr>
      </vt:variant>
      <vt:variant>
        <vt:i4>1</vt:i4>
      </vt:variant>
      <vt:variant>
        <vt:lpstr>ชื่อเรื่องภาพนิ่ง</vt:lpstr>
      </vt:variant>
      <vt:variant>
        <vt:i4>1</vt:i4>
      </vt:variant>
    </vt:vector>
  </HeadingPairs>
  <TitlesOfParts>
    <vt:vector size="2" baseType="lpstr">
      <vt:lpstr>ธีมของ Office</vt:lpstr>
      <vt:lpstr>งานนำเสนอ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ออส หละปูน</dc:creator>
  <cp:lastModifiedBy>ออส หละปูน</cp:lastModifiedBy>
  <cp:revision>30</cp:revision>
  <dcterms:created xsi:type="dcterms:W3CDTF">2015-06-25T05:31:13Z</dcterms:created>
  <dcterms:modified xsi:type="dcterms:W3CDTF">2016-01-27T03:45:20Z</dcterms:modified>
</cp:coreProperties>
</file>