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6" autoAdjust="0"/>
    <p:restoredTop sz="94660"/>
  </p:normalViewPr>
  <p:slideViewPr>
    <p:cSldViewPr snapToGrid="0">
      <p:cViewPr varScale="1">
        <p:scale>
          <a:sx n="78" d="100"/>
          <a:sy n="78" d="100"/>
        </p:scale>
        <p:origin x="4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3329-560B-411F-A0DF-8CAB5D8D6FB4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8B85-7B50-44B4-8323-E213C830ED4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12640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3329-560B-411F-A0DF-8CAB5D8D6FB4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8B85-7B50-44B4-8323-E213C830ED4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59074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3329-560B-411F-A0DF-8CAB5D8D6FB4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8B85-7B50-44B4-8323-E213C830ED4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4632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3329-560B-411F-A0DF-8CAB5D8D6FB4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8B85-7B50-44B4-8323-E213C830ED4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852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3329-560B-411F-A0DF-8CAB5D8D6FB4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8B85-7B50-44B4-8323-E213C830ED4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63878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3329-560B-411F-A0DF-8CAB5D8D6FB4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8B85-7B50-44B4-8323-E213C830ED4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25067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3329-560B-411F-A0DF-8CAB5D8D6FB4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8B85-7B50-44B4-8323-E213C830ED4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51082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3329-560B-411F-A0DF-8CAB5D8D6FB4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8B85-7B50-44B4-8323-E213C830ED4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42253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3329-560B-411F-A0DF-8CAB5D8D6FB4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8B85-7B50-44B4-8323-E213C830ED4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39430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3329-560B-411F-A0DF-8CAB5D8D6FB4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8B85-7B50-44B4-8323-E213C830ED4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20353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3329-560B-411F-A0DF-8CAB5D8D6FB4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68B85-7B50-44B4-8323-E213C830ED4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00092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83329-560B-411F-A0DF-8CAB5D8D6FB4}" type="datetimeFigureOut">
              <a:rPr lang="th-TH" smtClean="0"/>
              <a:t>12/02/60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68B85-7B50-44B4-8323-E213C830ED4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30009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v-reform.org/wp-content/uploads/2013/04/micro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6564" r="3878" b="11850"/>
          <a:stretch/>
        </p:blipFill>
        <p:spPr bwMode="auto">
          <a:xfrm>
            <a:off x="593918" y="162915"/>
            <a:ext cx="1894099" cy="1136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mpics.manager.co.th/pics/Images/558000004845301.JPE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43" b="34340"/>
          <a:stretch/>
        </p:blipFill>
        <p:spPr bwMode="auto">
          <a:xfrm>
            <a:off x="-237090" y="5705474"/>
            <a:ext cx="12638640" cy="11525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สี่เหลี่ยมผืนผ้า 4"/>
          <p:cNvSpPr/>
          <p:nvPr/>
        </p:nvSpPr>
        <p:spPr>
          <a:xfrm>
            <a:off x="6239434" y="5705475"/>
            <a:ext cx="6373479" cy="963453"/>
          </a:xfrm>
          <a:prstGeom prst="rect">
            <a:avLst/>
          </a:prstGeom>
          <a:solidFill>
            <a:srgbClr val="FFFFFF">
              <a:alpha val="72157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2245303" y="376045"/>
            <a:ext cx="68018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3600" b="1" dirty="0">
                <a:ln w="0">
                  <a:noFill/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rompt" panose="00000500000000000000" pitchFamily="2" charset="-34"/>
                <a:cs typeface="Prompt" panose="00000500000000000000" pitchFamily="2" charset="-34"/>
              </a:rPr>
              <a:t>กลุ่มออมทรัพย์เพื่อการผลิตบ้านไร่</a:t>
            </a:r>
          </a:p>
          <a:p>
            <a:pPr algn="ctr"/>
            <a:r>
              <a:rPr lang="th-TH" sz="1800" b="1" dirty="0">
                <a:ln w="0">
                  <a:noFill/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rompt" panose="00000500000000000000" pitchFamily="2" charset="-34"/>
                <a:cs typeface="Prompt" panose="00000500000000000000" pitchFamily="2" charset="-34"/>
              </a:rPr>
              <a:t>ตำบลอุโมงค์ อำเภอเมือง จังหวัดลำพูน</a:t>
            </a:r>
            <a:endParaRPr lang="th-TH" sz="3600" b="1" dirty="0">
              <a:ln w="0">
                <a:noFill/>
              </a:ln>
              <a:solidFill>
                <a:schemeClr val="accent6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9" name="สี่เหลี่ยมผืนผ้า 8"/>
          <p:cNvSpPr/>
          <p:nvPr/>
        </p:nvSpPr>
        <p:spPr>
          <a:xfrm>
            <a:off x="6389711" y="5807154"/>
            <a:ext cx="3100529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th-TH" sz="1800" b="1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DPenSook" panose="02000000000000000000" pitchFamily="2" charset="-34"/>
                <a:cs typeface="EDPenSook" panose="02000000000000000000" pitchFamily="2" charset="-34"/>
              </a:rPr>
              <a:t>จัดทำและพัฒนาโดย</a:t>
            </a:r>
          </a:p>
          <a:p>
            <a:r>
              <a:rPr lang="th-TH" sz="1600" b="1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DPenSook" panose="02000000000000000000" pitchFamily="2" charset="-34"/>
                <a:cs typeface="EDPenSook" panose="02000000000000000000" pitchFamily="2" charset="-34"/>
              </a:rPr>
              <a:t>นาย</a:t>
            </a:r>
            <a:r>
              <a:rPr lang="th-TH" sz="1600" b="1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DPenSook" panose="02000000000000000000" pitchFamily="2" charset="-34"/>
                <a:cs typeface="EDPenSook" panose="02000000000000000000" pitchFamily="2" charset="-34"/>
              </a:rPr>
              <a:t>นฤ</a:t>
            </a:r>
            <a:r>
              <a:rPr lang="th-TH" sz="1600" b="1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DPenSook" panose="02000000000000000000" pitchFamily="2" charset="-34"/>
                <a:cs typeface="EDPenSook" panose="02000000000000000000" pitchFamily="2" charset="-34"/>
              </a:rPr>
              <a:t>เทพ พรหมเทศน์ นางสาว</a:t>
            </a:r>
            <a:r>
              <a:rPr lang="th-TH" sz="1600" b="1" dirty="0" err="1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DPenSook" panose="02000000000000000000" pitchFamily="2" charset="-34"/>
                <a:cs typeface="EDPenSook" panose="02000000000000000000" pitchFamily="2" charset="-34"/>
              </a:rPr>
              <a:t>อุษณี</a:t>
            </a:r>
            <a:r>
              <a:rPr lang="th-TH" sz="1600" b="1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DPenSook" panose="02000000000000000000" pitchFamily="2" charset="-34"/>
                <a:cs typeface="EDPenSook" panose="02000000000000000000" pitchFamily="2" charset="-34"/>
              </a:rPr>
              <a:t> อินทร์ขำ</a:t>
            </a:r>
          </a:p>
          <a:p>
            <a:r>
              <a:rPr lang="th-TH" sz="1600" b="1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DPenSook" panose="02000000000000000000" pitchFamily="2" charset="-34"/>
                <a:cs typeface="EDPenSook" panose="02000000000000000000" pitchFamily="2" charset="-34"/>
              </a:rPr>
              <a:t>นักศึกษามหาวิทยาลัยราชภัฏเชียงใหม่  </a:t>
            </a:r>
            <a:r>
              <a:rPr lang="en-US" sz="1600" b="1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DPenSook" panose="02000000000000000000" pitchFamily="2" charset="-34"/>
                <a:cs typeface="EDPenSook" panose="02000000000000000000" pitchFamily="2" charset="-34"/>
              </a:rPr>
              <a:t>2556</a:t>
            </a:r>
            <a:endParaRPr lang="th-TH" sz="1600" b="1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DPenSook" panose="02000000000000000000" pitchFamily="2" charset="-34"/>
              <a:cs typeface="EDPenSook" panose="02000000000000000000" pitchFamily="2" charset="-34"/>
            </a:endParaRPr>
          </a:p>
        </p:txBody>
      </p:sp>
      <p:pic>
        <p:nvPicPr>
          <p:cNvPr id="3" name="Picture 4" descr="https://scontent-sin1-1.xx.fbcdn.net/hphotos-ash2/v/t1.0-9/1385792_555212167891605_1917250822_n.jpg?oh=6685b41874f5e434c71e7fc22452e374&amp;oe=5611432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05958" y="358109"/>
            <a:ext cx="1062415" cy="99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กลุ่ม 9"/>
          <p:cNvGrpSpPr/>
          <p:nvPr/>
        </p:nvGrpSpPr>
        <p:grpSpPr>
          <a:xfrm>
            <a:off x="609600" y="5758061"/>
            <a:ext cx="2380096" cy="767133"/>
            <a:chOff x="625851" y="5401037"/>
            <a:chExt cx="3487795" cy="1124157"/>
          </a:xfrm>
        </p:grpSpPr>
        <p:grpSp>
          <p:nvGrpSpPr>
            <p:cNvPr id="7" name="กลุ่ม 6"/>
            <p:cNvGrpSpPr/>
            <p:nvPr/>
          </p:nvGrpSpPr>
          <p:grpSpPr>
            <a:xfrm>
              <a:off x="625851" y="5420123"/>
              <a:ext cx="815976" cy="1040195"/>
              <a:chOff x="5291977" y="5467188"/>
              <a:chExt cx="815976" cy="1040195"/>
            </a:xfrm>
          </p:grpSpPr>
          <p:sp>
            <p:nvSpPr>
              <p:cNvPr id="6" name="วงรี 5"/>
              <p:cNvSpPr/>
              <p:nvPr/>
            </p:nvSpPr>
            <p:spPr>
              <a:xfrm>
                <a:off x="5291978" y="5471502"/>
                <a:ext cx="815975" cy="1016000"/>
              </a:xfrm>
              <a:prstGeom prst="ellipse">
                <a:avLst/>
              </a:prstGeom>
              <a:solidFill>
                <a:srgbClr val="FFFFFF"/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pic>
            <p:nvPicPr>
              <p:cNvPr id="1026" name="Picture 2" descr="http://logothailand.tarad.com/img-lib/spd_2014030810829_b.jpg"/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100000" l="0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15" t="4394" r="6909" b="4003"/>
              <a:stretch/>
            </p:blipFill>
            <p:spPr bwMode="auto">
              <a:xfrm>
                <a:off x="5291977" y="5467188"/>
                <a:ext cx="815975" cy="10401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" name="Picture 2" descr="http://www.management.cmru.ac.th/Quality/images/logo1.jpg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0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92" t="12122" r="12002" b="11723"/>
            <a:stretch/>
          </p:blipFill>
          <p:spPr bwMode="auto">
            <a:xfrm>
              <a:off x="1541385" y="5415024"/>
              <a:ext cx="1131116" cy="1110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https://fbcdn-sphotos-h-a.akamaihd.net/hphotos-ak-xpf1/v/t34.0-12/11720058_880591642020321_718574355_n.jpg?oh=cc757441e109b337688cb2111fd6a76d&amp;oe=5598333C&amp;__gda__=1436083489_48754ddcf6ccdefbfadb819334a938c9"/>
            <p:cNvPicPr>
              <a:picLocks noChangeAspect="1" noChangeArrowheads="1"/>
            </p:cNvPicPr>
            <p:nvPr/>
          </p:nvPicPr>
          <p:blipFill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5506" y="5401037"/>
              <a:ext cx="1328140" cy="10071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88410014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33</Words>
  <Application>Microsoft Office PowerPoint</Application>
  <PresentationFormat>แบบจอกว้าง</PresentationFormat>
  <Paragraphs>5</Paragraphs>
  <Slides>1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7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9" baseType="lpstr">
      <vt:lpstr>Angsana New</vt:lpstr>
      <vt:lpstr>Arial</vt:lpstr>
      <vt:lpstr>Calibri</vt:lpstr>
      <vt:lpstr>Calibri Light</vt:lpstr>
      <vt:lpstr>Cordia New</vt:lpstr>
      <vt:lpstr>EDPenSook</vt:lpstr>
      <vt:lpstr>Prompt</vt:lpstr>
      <vt:lpstr>ธีมของ Office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ออส หละปูน</dc:creator>
  <cp:lastModifiedBy>นฤเทพ พรหมเทศน์</cp:lastModifiedBy>
  <cp:revision>15</cp:revision>
  <dcterms:created xsi:type="dcterms:W3CDTF">2015-06-30T12:39:07Z</dcterms:created>
  <dcterms:modified xsi:type="dcterms:W3CDTF">2017-02-12T08:45:34Z</dcterms:modified>
</cp:coreProperties>
</file>